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F4ED98-F99A-4FF2-8626-CDD124A2F753}" v="608" dt="2026-09-04T15:31:44.391"/>
    <p1510:client id="{7D75E87A-FF22-4868-8E4C-354F3092A968}" v="341" dt="2026-09-04T14:31:29.9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5D1332-4734-4320-8226-7BF97E333C00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32D25083-B78C-4E37-A8D5-5A48C8366BDC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DSL </a:t>
          </a:r>
          <a:r>
            <a:rPr lang="en-US" err="1">
              <a:latin typeface="Aptos Display" panose="02110004020202020204"/>
            </a:rPr>
            <a:t>програм</a:t>
          </a:r>
          <a:endParaRPr lang="en-US">
            <a:latin typeface="Aptos Display" panose="02110004020202020204"/>
          </a:endParaRPr>
        </a:p>
      </dgm:t>
    </dgm:pt>
    <dgm:pt modelId="{7597EE7F-FC17-4689-A7DC-CCA0786E8B8E}" type="parTrans" cxnId="{4EA449A0-DC4B-4448-B64A-2A0565D503D5}">
      <dgm:prSet/>
      <dgm:spPr/>
    </dgm:pt>
    <dgm:pt modelId="{7A7B6C57-3C79-4854-837F-FA0E2300E154}" type="sibTrans" cxnId="{4EA449A0-DC4B-4448-B64A-2A0565D503D5}">
      <dgm:prSet/>
      <dgm:spPr/>
    </dgm:pt>
    <dgm:pt modelId="{EF9A48A3-0636-494F-A894-46BBDFE1EF0E}">
      <dgm:prSet phldrT="[Text]" phldr="0"/>
      <dgm:spPr/>
      <dgm:t>
        <a:bodyPr/>
        <a:lstStyle/>
        <a:p>
          <a:pPr rtl="0"/>
          <a:r>
            <a:rPr lang="en-US" err="1">
              <a:latin typeface="Aptos Display" panose="02110004020202020204"/>
            </a:rPr>
            <a:t>Тест</a:t>
          </a:r>
          <a:r>
            <a:rPr lang="en-US">
              <a:latin typeface="Aptos Display" panose="02110004020202020204"/>
            </a:rPr>
            <a:t> </a:t>
          </a:r>
          <a:r>
            <a:rPr lang="en-US" err="1">
              <a:latin typeface="Aptos Display" panose="02110004020202020204"/>
            </a:rPr>
            <a:t>подаци</a:t>
          </a:r>
          <a:endParaRPr lang="en-US" err="1"/>
        </a:p>
      </dgm:t>
    </dgm:pt>
    <dgm:pt modelId="{D9A91DF5-D2B0-4E11-A5EB-287DE66DC3F7}" type="parTrans" cxnId="{415E0B7A-F045-4FC5-A664-5A35E8217507}">
      <dgm:prSet/>
      <dgm:spPr/>
    </dgm:pt>
    <dgm:pt modelId="{400CC5C6-6C5F-4F9F-96BE-4A8A8F2C1B2D}" type="sibTrans" cxnId="{415E0B7A-F045-4FC5-A664-5A35E8217507}">
      <dgm:prSet/>
      <dgm:spPr/>
    </dgm:pt>
    <dgm:pt modelId="{D23F345A-00BA-42FC-975C-E9704413929B}">
      <dgm:prSet phldrT="[Text]" phldr="0"/>
      <dgm:spPr/>
      <dgm:t>
        <a:bodyPr/>
        <a:lstStyle/>
        <a:p>
          <a:r>
            <a:rPr lang="en-US">
              <a:latin typeface="Aptos Display" panose="02110004020202020204"/>
            </a:rPr>
            <a:t>Обрада</a:t>
          </a:r>
          <a:endParaRPr lang="en-US"/>
        </a:p>
      </dgm:t>
    </dgm:pt>
    <dgm:pt modelId="{9729FBAE-3161-461E-BCC0-D130C658D0D3}" type="parTrans" cxnId="{8D4E57E0-4420-48DA-B579-D15FF3637A90}">
      <dgm:prSet/>
      <dgm:spPr/>
    </dgm:pt>
    <dgm:pt modelId="{D1339363-FA71-4023-9969-80205DA2AEF1}" type="sibTrans" cxnId="{8D4E57E0-4420-48DA-B579-D15FF3637A90}">
      <dgm:prSet/>
      <dgm:spPr/>
    </dgm:pt>
    <dgm:pt modelId="{6F206B18-26FA-4B42-ACC7-BEFC645CC391}" type="pres">
      <dgm:prSet presAssocID="{6B5D1332-4734-4320-8226-7BF97E333C00}" presName="Name0" presStyleCnt="0">
        <dgm:presLayoutVars>
          <dgm:dir/>
          <dgm:animLvl val="lvl"/>
          <dgm:resizeHandles val="exact"/>
        </dgm:presLayoutVars>
      </dgm:prSet>
      <dgm:spPr/>
    </dgm:pt>
    <dgm:pt modelId="{15E9E343-F042-4373-8992-EF0BC2786D7C}" type="pres">
      <dgm:prSet presAssocID="{32D25083-B78C-4E37-A8D5-5A48C8366BDC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D76ECA6E-B7FC-4D58-B476-3D728975F5D3}" type="pres">
      <dgm:prSet presAssocID="{7A7B6C57-3C79-4854-837F-FA0E2300E154}" presName="parTxOnlySpace" presStyleCnt="0"/>
      <dgm:spPr/>
    </dgm:pt>
    <dgm:pt modelId="{E30BDBD1-2D31-4862-95B9-A9AEE34D943C}" type="pres">
      <dgm:prSet presAssocID="{D23F345A-00BA-42FC-975C-E9704413929B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65A547C8-FC4F-4680-BEA3-F488D700DDA7}" type="pres">
      <dgm:prSet presAssocID="{D1339363-FA71-4023-9969-80205DA2AEF1}" presName="parTxOnlySpace" presStyleCnt="0"/>
      <dgm:spPr/>
    </dgm:pt>
    <dgm:pt modelId="{9D2E8F16-74FB-4BD2-93B2-B7184EDC0415}" type="pres">
      <dgm:prSet presAssocID="{EF9A48A3-0636-494F-A894-46BBDFE1EF0E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7C5F1D2B-1D3D-4D26-8473-904A59E51385}" type="presOf" srcId="{D23F345A-00BA-42FC-975C-E9704413929B}" destId="{E30BDBD1-2D31-4862-95B9-A9AEE34D943C}" srcOrd="0" destOrd="0" presId="urn:microsoft.com/office/officeart/2005/8/layout/chevron1"/>
    <dgm:cxn modelId="{415E0B7A-F045-4FC5-A664-5A35E8217507}" srcId="{6B5D1332-4734-4320-8226-7BF97E333C00}" destId="{EF9A48A3-0636-494F-A894-46BBDFE1EF0E}" srcOrd="2" destOrd="0" parTransId="{D9A91DF5-D2B0-4E11-A5EB-287DE66DC3F7}" sibTransId="{400CC5C6-6C5F-4F9F-96BE-4A8A8F2C1B2D}"/>
    <dgm:cxn modelId="{0C04E488-CC2C-4C88-9506-A23F8B3A40E6}" type="presOf" srcId="{32D25083-B78C-4E37-A8D5-5A48C8366BDC}" destId="{15E9E343-F042-4373-8992-EF0BC2786D7C}" srcOrd="0" destOrd="0" presId="urn:microsoft.com/office/officeart/2005/8/layout/chevron1"/>
    <dgm:cxn modelId="{4EA449A0-DC4B-4448-B64A-2A0565D503D5}" srcId="{6B5D1332-4734-4320-8226-7BF97E333C00}" destId="{32D25083-B78C-4E37-A8D5-5A48C8366BDC}" srcOrd="0" destOrd="0" parTransId="{7597EE7F-FC17-4689-A7DC-CCA0786E8B8E}" sibTransId="{7A7B6C57-3C79-4854-837F-FA0E2300E154}"/>
    <dgm:cxn modelId="{8D4E57E0-4420-48DA-B579-D15FF3637A90}" srcId="{6B5D1332-4734-4320-8226-7BF97E333C00}" destId="{D23F345A-00BA-42FC-975C-E9704413929B}" srcOrd="1" destOrd="0" parTransId="{9729FBAE-3161-461E-BCC0-D130C658D0D3}" sibTransId="{D1339363-FA71-4023-9969-80205DA2AEF1}"/>
    <dgm:cxn modelId="{5D08B2E3-E122-4046-A9E2-F03C3DE76C26}" type="presOf" srcId="{6B5D1332-4734-4320-8226-7BF97E333C00}" destId="{6F206B18-26FA-4B42-ACC7-BEFC645CC391}" srcOrd="0" destOrd="0" presId="urn:microsoft.com/office/officeart/2005/8/layout/chevron1"/>
    <dgm:cxn modelId="{52EF0EF5-30E9-419F-8B62-ED8165D2E1F9}" type="presOf" srcId="{EF9A48A3-0636-494F-A894-46BBDFE1EF0E}" destId="{9D2E8F16-74FB-4BD2-93B2-B7184EDC0415}" srcOrd="0" destOrd="0" presId="urn:microsoft.com/office/officeart/2005/8/layout/chevron1"/>
    <dgm:cxn modelId="{8AFD44F4-92D6-4B4C-B74D-205854F820D3}" type="presParOf" srcId="{6F206B18-26FA-4B42-ACC7-BEFC645CC391}" destId="{15E9E343-F042-4373-8992-EF0BC2786D7C}" srcOrd="0" destOrd="0" presId="urn:microsoft.com/office/officeart/2005/8/layout/chevron1"/>
    <dgm:cxn modelId="{71DCFC7C-B7F6-4331-915C-E88535A21BB3}" type="presParOf" srcId="{6F206B18-26FA-4B42-ACC7-BEFC645CC391}" destId="{D76ECA6E-B7FC-4D58-B476-3D728975F5D3}" srcOrd="1" destOrd="0" presId="urn:microsoft.com/office/officeart/2005/8/layout/chevron1"/>
    <dgm:cxn modelId="{84708731-A610-4324-B241-A0F6E0F2C715}" type="presParOf" srcId="{6F206B18-26FA-4B42-ACC7-BEFC645CC391}" destId="{E30BDBD1-2D31-4862-95B9-A9AEE34D943C}" srcOrd="2" destOrd="0" presId="urn:microsoft.com/office/officeart/2005/8/layout/chevron1"/>
    <dgm:cxn modelId="{12AED582-C5B8-4645-98EF-D35BC3FD4CB9}" type="presParOf" srcId="{6F206B18-26FA-4B42-ACC7-BEFC645CC391}" destId="{65A547C8-FC4F-4680-BEA3-F488D700DDA7}" srcOrd="3" destOrd="0" presId="urn:microsoft.com/office/officeart/2005/8/layout/chevron1"/>
    <dgm:cxn modelId="{2F0BB56D-12EC-432E-9338-AC7A8F85E982}" type="presParOf" srcId="{6F206B18-26FA-4B42-ACC7-BEFC645CC391}" destId="{9D2E8F16-74FB-4BD2-93B2-B7184EDC0415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3123F3B-2039-4742-A59A-1CA902868ADA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E54B15D-FA87-438D-9DFB-CC63A08EBD03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90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Изворни</a:t>
          </a:r>
          <a:r>
            <a:rPr lang="en-US" sz="9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</a:t>
          </a:r>
          <a:r>
            <a:rPr lang="en-US" sz="90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код</a:t>
          </a:r>
          <a:endParaRPr lang="en-US" sz="900">
            <a:solidFill>
              <a:srgbClr val="FFFFFF"/>
            </a:solidFill>
            <a:latin typeface="Aptos" panose="02110004020202020204"/>
            <a:ea typeface="+mn-ea"/>
            <a:cs typeface="+mn-cs"/>
          </a:endParaRPr>
        </a:p>
      </dgm:t>
    </dgm:pt>
    <dgm:pt modelId="{D99EEC00-D92E-4163-B971-E29CC346B6C9}" type="parTrans" cxnId="{610F0C81-ACD2-41E6-B17C-DE251F0749E0}">
      <dgm:prSet/>
      <dgm:spPr/>
      <dgm:t>
        <a:bodyPr/>
        <a:lstStyle/>
        <a:p>
          <a:endParaRPr lang="en-US"/>
        </a:p>
      </dgm:t>
    </dgm:pt>
    <dgm:pt modelId="{CD585E0A-CCF5-4526-A96D-D1BE7EE1AF24}" type="sibTrans" cxnId="{610F0C81-ACD2-41E6-B17C-DE251F0749E0}">
      <dgm:prSet/>
      <dgm:spPr/>
      <dgm:t>
        <a:bodyPr/>
        <a:lstStyle/>
        <a:p>
          <a:endParaRPr lang="en-US"/>
        </a:p>
      </dgm:t>
    </dgm:pt>
    <dgm:pt modelId="{5BB16DD5-0788-413E-B560-2FDA5B1525E3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9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Лексичка анализа</a:t>
          </a:r>
        </a:p>
      </dgm:t>
    </dgm:pt>
    <dgm:pt modelId="{6967F56B-CE73-43F9-945E-D5ED95402CCF}" type="parTrans" cxnId="{D01ADC7C-75C5-42D1-9369-58AE03D59979}">
      <dgm:prSet/>
      <dgm:spPr/>
      <dgm:t>
        <a:bodyPr/>
        <a:lstStyle/>
        <a:p>
          <a:endParaRPr lang="en-US"/>
        </a:p>
      </dgm:t>
    </dgm:pt>
    <dgm:pt modelId="{126F87E2-A968-4562-AE95-C49C12F4FB59}" type="sibTrans" cxnId="{D01ADC7C-75C5-42D1-9369-58AE03D59979}">
      <dgm:prSet/>
      <dgm:spPr/>
      <dgm:t>
        <a:bodyPr/>
        <a:lstStyle/>
        <a:p>
          <a:endParaRPr lang="en-US"/>
        </a:p>
      </dgm:t>
    </dgm:pt>
    <dgm:pt modelId="{A8EE37DC-8F4E-493A-86FF-EFE140A13AF0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9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</a:t>
          </a:r>
          <a:r>
            <a:rPr lang="en-US" sz="90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Синтаксна</a:t>
          </a:r>
          <a:r>
            <a:rPr lang="en-US" sz="9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</a:t>
          </a:r>
          <a:r>
            <a:rPr lang="en-US" sz="90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анализа</a:t>
          </a:r>
          <a:endParaRPr lang="en-US" sz="900">
            <a:solidFill>
              <a:srgbClr val="FFFFFF"/>
            </a:solidFill>
            <a:latin typeface="Aptos" panose="02110004020202020204"/>
            <a:ea typeface="+mn-ea"/>
            <a:cs typeface="+mn-cs"/>
          </a:endParaRPr>
        </a:p>
      </dgm:t>
    </dgm:pt>
    <dgm:pt modelId="{D0BB295B-8A21-4E7C-82E2-1DB4E1091FC6}" type="parTrans" cxnId="{CAF7AD18-6F26-4915-A4C0-BDD355D6EF75}">
      <dgm:prSet/>
      <dgm:spPr/>
      <dgm:t>
        <a:bodyPr/>
        <a:lstStyle/>
        <a:p>
          <a:endParaRPr lang="en-US"/>
        </a:p>
      </dgm:t>
    </dgm:pt>
    <dgm:pt modelId="{86171D1D-5E62-4B32-91AA-5DAD6E76D564}" type="sibTrans" cxnId="{CAF7AD18-6F26-4915-A4C0-BDD355D6EF75}">
      <dgm:prSet/>
      <dgm:spPr/>
      <dgm:t>
        <a:bodyPr/>
        <a:lstStyle/>
        <a:p>
          <a:endParaRPr lang="en-US"/>
        </a:p>
      </dgm:t>
    </dgm:pt>
    <dgm:pt modelId="{845363B5-8868-4154-9372-72AE22F59F07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9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</a:t>
          </a:r>
          <a:r>
            <a:rPr lang="en-US" sz="90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Семантичка</a:t>
          </a:r>
          <a:r>
            <a:rPr lang="en-US" sz="9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</a:t>
          </a:r>
          <a:r>
            <a:rPr lang="en-US" sz="90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анализа</a:t>
          </a:r>
          <a:endParaRPr lang="en-US" sz="900">
            <a:solidFill>
              <a:srgbClr val="FFFFFF"/>
            </a:solidFill>
            <a:latin typeface="Aptos" panose="02110004020202020204"/>
            <a:ea typeface="+mn-ea"/>
            <a:cs typeface="+mn-cs"/>
          </a:endParaRPr>
        </a:p>
      </dgm:t>
    </dgm:pt>
    <dgm:pt modelId="{4E1C72E8-25C9-4EDC-9BE9-5B3E0C76525E}" type="parTrans" cxnId="{8A457F19-96DD-4F7E-B8D8-040E5BE5D509}">
      <dgm:prSet/>
      <dgm:spPr/>
      <dgm:t>
        <a:bodyPr/>
        <a:lstStyle/>
        <a:p>
          <a:endParaRPr lang="en-US"/>
        </a:p>
      </dgm:t>
    </dgm:pt>
    <dgm:pt modelId="{9DA6FB93-B8B7-4862-BDAA-E1860D257E0A}" type="sibTrans" cxnId="{8A457F19-96DD-4F7E-B8D8-040E5BE5D509}">
      <dgm:prSet/>
      <dgm:spPr/>
    </dgm:pt>
    <dgm:pt modelId="{FE3CB992-F280-4831-8134-65A7AACC51C5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9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Модул</a:t>
          </a:r>
        </a:p>
      </dgm:t>
    </dgm:pt>
    <dgm:pt modelId="{62AF4C43-07E1-4E0C-87CA-0C2CBEF24F32}" type="parTrans" cxnId="{AFE4B6BC-B62E-4031-BCF5-22FF02984307}">
      <dgm:prSet/>
      <dgm:spPr/>
      <dgm:t>
        <a:bodyPr/>
        <a:lstStyle/>
        <a:p>
          <a:endParaRPr lang="en-US"/>
        </a:p>
      </dgm:t>
    </dgm:pt>
    <dgm:pt modelId="{270BD8E2-0E84-47D9-A612-61C94CD607E7}" type="sibTrans" cxnId="{AFE4B6BC-B62E-4031-BCF5-22FF02984307}">
      <dgm:prSet/>
      <dgm:spPr/>
    </dgm:pt>
    <dgm:pt modelId="{84A1B0AA-F68F-46FC-96ED-2C17CD46FD39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9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Тест подаци</a:t>
          </a:r>
        </a:p>
      </dgm:t>
    </dgm:pt>
    <dgm:pt modelId="{55FB3C12-64FC-4013-ABD7-754A5E9A5375}" type="parTrans" cxnId="{914450ED-BCB3-489E-8160-741FF9BD11F6}">
      <dgm:prSet/>
      <dgm:spPr/>
      <dgm:t>
        <a:bodyPr/>
        <a:lstStyle/>
        <a:p>
          <a:endParaRPr lang="en-US"/>
        </a:p>
      </dgm:t>
    </dgm:pt>
    <dgm:pt modelId="{3B382873-F993-4B46-BF55-1F3118708369}" type="sibTrans" cxnId="{914450ED-BCB3-489E-8160-741FF9BD11F6}">
      <dgm:prSet/>
      <dgm:spPr/>
    </dgm:pt>
    <dgm:pt modelId="{2D528FE5-788E-4B43-BF6C-EA008891272B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9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Генератор</a:t>
          </a:r>
        </a:p>
      </dgm:t>
    </dgm:pt>
    <dgm:pt modelId="{63E13024-E826-4446-B59A-DFF9FCA44268}" type="parTrans" cxnId="{56EE280E-848C-42A4-ADC9-85EACC4484E4}">
      <dgm:prSet/>
      <dgm:spPr/>
      <dgm:t>
        <a:bodyPr/>
        <a:lstStyle/>
        <a:p>
          <a:endParaRPr lang="en-US"/>
        </a:p>
      </dgm:t>
    </dgm:pt>
    <dgm:pt modelId="{56049D0C-99A4-4863-B2E6-5AD559E7DD99}" type="sibTrans" cxnId="{56EE280E-848C-42A4-ADC9-85EACC4484E4}">
      <dgm:prSet/>
      <dgm:spPr/>
    </dgm:pt>
    <dgm:pt modelId="{BB9F6503-D6D3-4C89-9052-AA6A19195139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9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Спуштање на међурепрезентацију</a:t>
          </a:r>
        </a:p>
      </dgm:t>
    </dgm:pt>
    <dgm:pt modelId="{7097008A-C485-4092-B223-7AD7CCFEDA47}" type="parTrans" cxnId="{BA8760ED-A9AA-45F9-B0CA-3C1920BA80B4}">
      <dgm:prSet/>
      <dgm:spPr/>
      <dgm:t>
        <a:bodyPr/>
        <a:lstStyle/>
        <a:p>
          <a:endParaRPr lang="en-US"/>
        </a:p>
      </dgm:t>
    </dgm:pt>
    <dgm:pt modelId="{3481001B-E854-4602-80A0-B0E9177F7F46}" type="sibTrans" cxnId="{BA8760ED-A9AA-45F9-B0CA-3C1920BA80B4}">
      <dgm:prSet/>
      <dgm:spPr/>
    </dgm:pt>
    <dgm:pt modelId="{4FD4C28B-55B7-4B0B-9228-DB78D8E3661B}" type="pres">
      <dgm:prSet presAssocID="{A3123F3B-2039-4742-A59A-1CA902868ADA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70994E8-16A1-48CC-882F-F01F71177124}" type="pres">
      <dgm:prSet presAssocID="{7E54B15D-FA87-438D-9DFB-CC63A08EBD03}" presName="root1" presStyleCnt="0"/>
      <dgm:spPr/>
    </dgm:pt>
    <dgm:pt modelId="{A21325F6-2918-4B24-BBB7-6819E4E3BD2A}" type="pres">
      <dgm:prSet presAssocID="{7E54B15D-FA87-438D-9DFB-CC63A08EBD03}" presName="LevelOneTextNode" presStyleLbl="node0" presStyleIdx="0" presStyleCnt="1">
        <dgm:presLayoutVars>
          <dgm:chPref val="3"/>
        </dgm:presLayoutVars>
      </dgm:prSet>
      <dgm:spPr/>
    </dgm:pt>
    <dgm:pt modelId="{D8D44E69-8FEC-446C-AD2E-B51A2A8DEA4B}" type="pres">
      <dgm:prSet presAssocID="{7E54B15D-FA87-438D-9DFB-CC63A08EBD03}" presName="level2hierChild" presStyleCnt="0"/>
      <dgm:spPr/>
    </dgm:pt>
    <dgm:pt modelId="{6CF867F2-28B3-4435-8A7F-4F2FD840E606}" type="pres">
      <dgm:prSet presAssocID="{6967F56B-CE73-43F9-945E-D5ED95402CCF}" presName="conn2-1" presStyleLbl="parChTrans1D2" presStyleIdx="0" presStyleCnt="1"/>
      <dgm:spPr/>
    </dgm:pt>
    <dgm:pt modelId="{0997FC07-0621-49B6-AAAD-7B6A742F26F0}" type="pres">
      <dgm:prSet presAssocID="{6967F56B-CE73-43F9-945E-D5ED95402CCF}" presName="connTx" presStyleLbl="parChTrans1D2" presStyleIdx="0" presStyleCnt="1"/>
      <dgm:spPr/>
    </dgm:pt>
    <dgm:pt modelId="{07D44438-BEBC-4F65-8F03-40CC1451BC47}" type="pres">
      <dgm:prSet presAssocID="{5BB16DD5-0788-413E-B560-2FDA5B1525E3}" presName="root2" presStyleCnt="0"/>
      <dgm:spPr/>
    </dgm:pt>
    <dgm:pt modelId="{DAA6103A-9252-4F54-9F3A-2C1FFC90490D}" type="pres">
      <dgm:prSet presAssocID="{5BB16DD5-0788-413E-B560-2FDA5B1525E3}" presName="LevelTwoTextNode" presStyleLbl="node2" presStyleIdx="0" presStyleCnt="1">
        <dgm:presLayoutVars>
          <dgm:chPref val="3"/>
        </dgm:presLayoutVars>
      </dgm:prSet>
      <dgm:spPr/>
    </dgm:pt>
    <dgm:pt modelId="{BB845173-3689-490B-8A78-A6C08C9EAD1C}" type="pres">
      <dgm:prSet presAssocID="{5BB16DD5-0788-413E-B560-2FDA5B1525E3}" presName="level3hierChild" presStyleCnt="0"/>
      <dgm:spPr/>
    </dgm:pt>
    <dgm:pt modelId="{FFC8857E-1481-40EC-830C-932103253D61}" type="pres">
      <dgm:prSet presAssocID="{D0BB295B-8A21-4E7C-82E2-1DB4E1091FC6}" presName="conn2-1" presStyleLbl="parChTrans1D3" presStyleIdx="0" presStyleCnt="1"/>
      <dgm:spPr/>
    </dgm:pt>
    <dgm:pt modelId="{EB3FEF65-068C-4407-A99D-1FB4C351F02C}" type="pres">
      <dgm:prSet presAssocID="{D0BB295B-8A21-4E7C-82E2-1DB4E1091FC6}" presName="connTx" presStyleLbl="parChTrans1D3" presStyleIdx="0" presStyleCnt="1"/>
      <dgm:spPr/>
    </dgm:pt>
    <dgm:pt modelId="{428ED08A-7869-41D6-A073-5378739C06AE}" type="pres">
      <dgm:prSet presAssocID="{A8EE37DC-8F4E-493A-86FF-EFE140A13AF0}" presName="root2" presStyleCnt="0"/>
      <dgm:spPr/>
    </dgm:pt>
    <dgm:pt modelId="{DAE085EC-B9AB-40E8-B20D-9454A67302B8}" type="pres">
      <dgm:prSet presAssocID="{A8EE37DC-8F4E-493A-86FF-EFE140A13AF0}" presName="LevelTwoTextNode" presStyleLbl="node3" presStyleIdx="0" presStyleCnt="1">
        <dgm:presLayoutVars>
          <dgm:chPref val="3"/>
        </dgm:presLayoutVars>
      </dgm:prSet>
      <dgm:spPr/>
    </dgm:pt>
    <dgm:pt modelId="{1B93191A-F67B-47FD-9E28-D38558A6B10D}" type="pres">
      <dgm:prSet presAssocID="{A8EE37DC-8F4E-493A-86FF-EFE140A13AF0}" presName="level3hierChild" presStyleCnt="0"/>
      <dgm:spPr/>
    </dgm:pt>
    <dgm:pt modelId="{AC273B7B-A8CF-4A8F-9E7D-F4265922ADC7}" type="pres">
      <dgm:prSet presAssocID="{4E1C72E8-25C9-4EDC-9BE9-5B3E0C76525E}" presName="conn2-1" presStyleLbl="parChTrans1D4" presStyleIdx="0" presStyleCnt="5"/>
      <dgm:spPr/>
    </dgm:pt>
    <dgm:pt modelId="{F6C58961-1628-4D37-80A1-959FBEC87F34}" type="pres">
      <dgm:prSet presAssocID="{4E1C72E8-25C9-4EDC-9BE9-5B3E0C76525E}" presName="connTx" presStyleLbl="parChTrans1D4" presStyleIdx="0" presStyleCnt="5"/>
      <dgm:spPr/>
    </dgm:pt>
    <dgm:pt modelId="{7FC0B26D-2C00-438C-860C-0275C64C5587}" type="pres">
      <dgm:prSet presAssocID="{845363B5-8868-4154-9372-72AE22F59F07}" presName="root2" presStyleCnt="0"/>
      <dgm:spPr/>
    </dgm:pt>
    <dgm:pt modelId="{327F71C4-33BC-4259-A868-2C1BDC5B2F8D}" type="pres">
      <dgm:prSet presAssocID="{845363B5-8868-4154-9372-72AE22F59F07}" presName="LevelTwoTextNode" presStyleLbl="node4" presStyleIdx="0" presStyleCnt="5">
        <dgm:presLayoutVars>
          <dgm:chPref val="3"/>
        </dgm:presLayoutVars>
      </dgm:prSet>
      <dgm:spPr/>
    </dgm:pt>
    <dgm:pt modelId="{59E9333C-2C16-4060-A06B-581F1384EE3B}" type="pres">
      <dgm:prSet presAssocID="{845363B5-8868-4154-9372-72AE22F59F07}" presName="level3hierChild" presStyleCnt="0"/>
      <dgm:spPr/>
    </dgm:pt>
    <dgm:pt modelId="{E5A4CC41-777E-454A-9B4A-9558929900C6}" type="pres">
      <dgm:prSet presAssocID="{7097008A-C485-4092-B223-7AD7CCFEDA47}" presName="conn2-1" presStyleLbl="parChTrans1D4" presStyleIdx="1" presStyleCnt="5"/>
      <dgm:spPr/>
    </dgm:pt>
    <dgm:pt modelId="{E86923A5-AC96-4351-853B-0E3BDF602214}" type="pres">
      <dgm:prSet presAssocID="{7097008A-C485-4092-B223-7AD7CCFEDA47}" presName="connTx" presStyleLbl="parChTrans1D4" presStyleIdx="1" presStyleCnt="5"/>
      <dgm:spPr/>
    </dgm:pt>
    <dgm:pt modelId="{AE70044F-C6DB-4682-856B-DEB5EACE63F9}" type="pres">
      <dgm:prSet presAssocID="{BB9F6503-D6D3-4C89-9052-AA6A19195139}" presName="root2" presStyleCnt="0"/>
      <dgm:spPr/>
    </dgm:pt>
    <dgm:pt modelId="{46EE7FAF-C852-4FA7-80AF-7D7257F26041}" type="pres">
      <dgm:prSet presAssocID="{BB9F6503-D6D3-4C89-9052-AA6A19195139}" presName="LevelTwoTextNode" presStyleLbl="node4" presStyleIdx="1" presStyleCnt="5">
        <dgm:presLayoutVars>
          <dgm:chPref val="3"/>
        </dgm:presLayoutVars>
      </dgm:prSet>
      <dgm:spPr/>
    </dgm:pt>
    <dgm:pt modelId="{1B589491-C965-4A63-AF59-C00CFFF41C1F}" type="pres">
      <dgm:prSet presAssocID="{BB9F6503-D6D3-4C89-9052-AA6A19195139}" presName="level3hierChild" presStyleCnt="0"/>
      <dgm:spPr/>
    </dgm:pt>
    <dgm:pt modelId="{180787EB-20F5-43F3-AA78-4C5E3A339113}" type="pres">
      <dgm:prSet presAssocID="{62AF4C43-07E1-4E0C-87CA-0C2CBEF24F32}" presName="conn2-1" presStyleLbl="parChTrans1D4" presStyleIdx="2" presStyleCnt="5"/>
      <dgm:spPr/>
    </dgm:pt>
    <dgm:pt modelId="{484D5893-8B19-4007-B093-74A0D22BAB2A}" type="pres">
      <dgm:prSet presAssocID="{62AF4C43-07E1-4E0C-87CA-0C2CBEF24F32}" presName="connTx" presStyleLbl="parChTrans1D4" presStyleIdx="2" presStyleCnt="5"/>
      <dgm:spPr/>
    </dgm:pt>
    <dgm:pt modelId="{CD809DD2-B129-4C87-BC2C-92CAD5FF994B}" type="pres">
      <dgm:prSet presAssocID="{FE3CB992-F280-4831-8134-65A7AACC51C5}" presName="root2" presStyleCnt="0"/>
      <dgm:spPr/>
    </dgm:pt>
    <dgm:pt modelId="{E9962210-1E17-4A70-86D4-16ABC1A563EA}" type="pres">
      <dgm:prSet presAssocID="{FE3CB992-F280-4831-8134-65A7AACC51C5}" presName="LevelTwoTextNode" presStyleLbl="node4" presStyleIdx="2" presStyleCnt="5">
        <dgm:presLayoutVars>
          <dgm:chPref val="3"/>
        </dgm:presLayoutVars>
      </dgm:prSet>
      <dgm:spPr/>
    </dgm:pt>
    <dgm:pt modelId="{D90003F5-F230-42E6-AF1E-0146A0DC56EF}" type="pres">
      <dgm:prSet presAssocID="{FE3CB992-F280-4831-8134-65A7AACC51C5}" presName="level3hierChild" presStyleCnt="0"/>
      <dgm:spPr/>
    </dgm:pt>
    <dgm:pt modelId="{45CD903C-A6E9-47AD-88F9-BA8A4D356CB8}" type="pres">
      <dgm:prSet presAssocID="{63E13024-E826-4446-B59A-DFF9FCA44268}" presName="conn2-1" presStyleLbl="parChTrans1D4" presStyleIdx="3" presStyleCnt="5"/>
      <dgm:spPr/>
    </dgm:pt>
    <dgm:pt modelId="{F94DA1F7-06E1-4404-AC83-B19B6458A32F}" type="pres">
      <dgm:prSet presAssocID="{63E13024-E826-4446-B59A-DFF9FCA44268}" presName="connTx" presStyleLbl="parChTrans1D4" presStyleIdx="3" presStyleCnt="5"/>
      <dgm:spPr/>
    </dgm:pt>
    <dgm:pt modelId="{02F7EF6D-1E5C-411C-81F8-6701920B028D}" type="pres">
      <dgm:prSet presAssocID="{2D528FE5-788E-4B43-BF6C-EA008891272B}" presName="root2" presStyleCnt="0"/>
      <dgm:spPr/>
    </dgm:pt>
    <dgm:pt modelId="{CF91644A-6E7F-4DB1-8927-09708FC8A5FF}" type="pres">
      <dgm:prSet presAssocID="{2D528FE5-788E-4B43-BF6C-EA008891272B}" presName="LevelTwoTextNode" presStyleLbl="node4" presStyleIdx="3" presStyleCnt="5">
        <dgm:presLayoutVars>
          <dgm:chPref val="3"/>
        </dgm:presLayoutVars>
      </dgm:prSet>
      <dgm:spPr/>
    </dgm:pt>
    <dgm:pt modelId="{63A1A6E2-BE24-4AF5-81F2-5EF03E4EE773}" type="pres">
      <dgm:prSet presAssocID="{2D528FE5-788E-4B43-BF6C-EA008891272B}" presName="level3hierChild" presStyleCnt="0"/>
      <dgm:spPr/>
    </dgm:pt>
    <dgm:pt modelId="{A22ED9AE-8716-4F92-B8B8-40231F854230}" type="pres">
      <dgm:prSet presAssocID="{55FB3C12-64FC-4013-ABD7-754A5E9A5375}" presName="conn2-1" presStyleLbl="parChTrans1D4" presStyleIdx="4" presStyleCnt="5"/>
      <dgm:spPr/>
    </dgm:pt>
    <dgm:pt modelId="{99BE7893-8651-4225-8D8F-C1A5901036AF}" type="pres">
      <dgm:prSet presAssocID="{55FB3C12-64FC-4013-ABD7-754A5E9A5375}" presName="connTx" presStyleLbl="parChTrans1D4" presStyleIdx="4" presStyleCnt="5"/>
      <dgm:spPr/>
    </dgm:pt>
    <dgm:pt modelId="{5488FFB9-08D5-430B-97D2-39FCEA8D0D16}" type="pres">
      <dgm:prSet presAssocID="{84A1B0AA-F68F-46FC-96ED-2C17CD46FD39}" presName="root2" presStyleCnt="0"/>
      <dgm:spPr/>
    </dgm:pt>
    <dgm:pt modelId="{E9DE0C32-5A55-4593-9566-F86AD47A71FE}" type="pres">
      <dgm:prSet presAssocID="{84A1B0AA-F68F-46FC-96ED-2C17CD46FD39}" presName="LevelTwoTextNode" presStyleLbl="node4" presStyleIdx="4" presStyleCnt="5">
        <dgm:presLayoutVars>
          <dgm:chPref val="3"/>
        </dgm:presLayoutVars>
      </dgm:prSet>
      <dgm:spPr/>
    </dgm:pt>
    <dgm:pt modelId="{73FDAC47-87D6-478A-977E-2A9719CF3973}" type="pres">
      <dgm:prSet presAssocID="{84A1B0AA-F68F-46FC-96ED-2C17CD46FD39}" presName="level3hierChild" presStyleCnt="0"/>
      <dgm:spPr/>
    </dgm:pt>
  </dgm:ptLst>
  <dgm:cxnLst>
    <dgm:cxn modelId="{56EE280E-848C-42A4-ADC9-85EACC4484E4}" srcId="{BB9F6503-D6D3-4C89-9052-AA6A19195139}" destId="{2D528FE5-788E-4B43-BF6C-EA008891272B}" srcOrd="1" destOrd="0" parTransId="{63E13024-E826-4446-B59A-DFF9FCA44268}" sibTransId="{56049D0C-99A4-4863-B2E6-5AD559E7DD99}"/>
    <dgm:cxn modelId="{BF334410-0385-49E0-B437-FF29634DA628}" type="presOf" srcId="{A8EE37DC-8F4E-493A-86FF-EFE140A13AF0}" destId="{DAE085EC-B9AB-40E8-B20D-9454A67302B8}" srcOrd="0" destOrd="0" presId="urn:microsoft.com/office/officeart/2005/8/layout/hierarchy2"/>
    <dgm:cxn modelId="{C8A11E13-95D8-49AB-95D0-A2012AD4E8E4}" type="presOf" srcId="{FE3CB992-F280-4831-8134-65A7AACC51C5}" destId="{E9962210-1E17-4A70-86D4-16ABC1A563EA}" srcOrd="0" destOrd="0" presId="urn:microsoft.com/office/officeart/2005/8/layout/hierarchy2"/>
    <dgm:cxn modelId="{CAF7AD18-6F26-4915-A4C0-BDD355D6EF75}" srcId="{5BB16DD5-0788-413E-B560-2FDA5B1525E3}" destId="{A8EE37DC-8F4E-493A-86FF-EFE140A13AF0}" srcOrd="0" destOrd="0" parTransId="{D0BB295B-8A21-4E7C-82E2-1DB4E1091FC6}" sibTransId="{86171D1D-5E62-4B32-91AA-5DAD6E76D564}"/>
    <dgm:cxn modelId="{8A457F19-96DD-4F7E-B8D8-040E5BE5D509}" srcId="{A8EE37DC-8F4E-493A-86FF-EFE140A13AF0}" destId="{845363B5-8868-4154-9372-72AE22F59F07}" srcOrd="0" destOrd="0" parTransId="{4E1C72E8-25C9-4EDC-9BE9-5B3E0C76525E}" sibTransId="{9DA6FB93-B8B7-4862-BDAA-E1860D257E0A}"/>
    <dgm:cxn modelId="{9D5FA91B-8166-4780-8920-FD7C3ACF743F}" type="presOf" srcId="{84A1B0AA-F68F-46FC-96ED-2C17CD46FD39}" destId="{E9DE0C32-5A55-4593-9566-F86AD47A71FE}" srcOrd="0" destOrd="0" presId="urn:microsoft.com/office/officeart/2005/8/layout/hierarchy2"/>
    <dgm:cxn modelId="{627C7929-77B3-44D5-9F31-4D98B1AA3ED0}" type="presOf" srcId="{4E1C72E8-25C9-4EDC-9BE9-5B3E0C76525E}" destId="{F6C58961-1628-4D37-80A1-959FBEC87F34}" srcOrd="1" destOrd="0" presId="urn:microsoft.com/office/officeart/2005/8/layout/hierarchy2"/>
    <dgm:cxn modelId="{4582B534-1531-4ACC-ACB9-6D2DA46BBFB6}" type="presOf" srcId="{6967F56B-CE73-43F9-945E-D5ED95402CCF}" destId="{0997FC07-0621-49B6-AAAD-7B6A742F26F0}" srcOrd="1" destOrd="0" presId="urn:microsoft.com/office/officeart/2005/8/layout/hierarchy2"/>
    <dgm:cxn modelId="{21837F77-16DA-45D4-AF5A-892E3B3BD671}" type="presOf" srcId="{2D528FE5-788E-4B43-BF6C-EA008891272B}" destId="{CF91644A-6E7F-4DB1-8927-09708FC8A5FF}" srcOrd="0" destOrd="0" presId="urn:microsoft.com/office/officeart/2005/8/layout/hierarchy2"/>
    <dgm:cxn modelId="{D38AED7A-C532-4591-BCE1-E7468B542E7D}" type="presOf" srcId="{55FB3C12-64FC-4013-ABD7-754A5E9A5375}" destId="{99BE7893-8651-4225-8D8F-C1A5901036AF}" srcOrd="1" destOrd="0" presId="urn:microsoft.com/office/officeart/2005/8/layout/hierarchy2"/>
    <dgm:cxn modelId="{801CBC7B-9CB7-4FD5-A577-34D8254AD9A9}" type="presOf" srcId="{845363B5-8868-4154-9372-72AE22F59F07}" destId="{327F71C4-33BC-4259-A868-2C1BDC5B2F8D}" srcOrd="0" destOrd="0" presId="urn:microsoft.com/office/officeart/2005/8/layout/hierarchy2"/>
    <dgm:cxn modelId="{D01ADC7C-75C5-42D1-9369-58AE03D59979}" srcId="{7E54B15D-FA87-438D-9DFB-CC63A08EBD03}" destId="{5BB16DD5-0788-413E-B560-2FDA5B1525E3}" srcOrd="0" destOrd="0" parTransId="{6967F56B-CE73-43F9-945E-D5ED95402CCF}" sibTransId="{126F87E2-A968-4562-AE95-C49C12F4FB59}"/>
    <dgm:cxn modelId="{B8C5AC7F-2947-4444-9303-9FA71284A6C3}" type="presOf" srcId="{A3123F3B-2039-4742-A59A-1CA902868ADA}" destId="{4FD4C28B-55B7-4B0B-9228-DB78D8E3661B}" srcOrd="0" destOrd="0" presId="urn:microsoft.com/office/officeart/2005/8/layout/hierarchy2"/>
    <dgm:cxn modelId="{610F0C81-ACD2-41E6-B17C-DE251F0749E0}" srcId="{A3123F3B-2039-4742-A59A-1CA902868ADA}" destId="{7E54B15D-FA87-438D-9DFB-CC63A08EBD03}" srcOrd="0" destOrd="0" parTransId="{D99EEC00-D92E-4163-B971-E29CC346B6C9}" sibTransId="{CD585E0A-CCF5-4526-A96D-D1BE7EE1AF24}"/>
    <dgm:cxn modelId="{D2C71682-F487-4678-BB84-D7746675E8A4}" type="presOf" srcId="{62AF4C43-07E1-4E0C-87CA-0C2CBEF24F32}" destId="{180787EB-20F5-43F3-AA78-4C5E3A339113}" srcOrd="0" destOrd="0" presId="urn:microsoft.com/office/officeart/2005/8/layout/hierarchy2"/>
    <dgm:cxn modelId="{4EA31091-91F4-44B2-A48F-3EF92D8B07DA}" type="presOf" srcId="{55FB3C12-64FC-4013-ABD7-754A5E9A5375}" destId="{A22ED9AE-8716-4F92-B8B8-40231F854230}" srcOrd="0" destOrd="0" presId="urn:microsoft.com/office/officeart/2005/8/layout/hierarchy2"/>
    <dgm:cxn modelId="{C9715694-A34B-4CF9-89C5-2177367BD57A}" type="presOf" srcId="{7E54B15D-FA87-438D-9DFB-CC63A08EBD03}" destId="{A21325F6-2918-4B24-BBB7-6819E4E3BD2A}" srcOrd="0" destOrd="0" presId="urn:microsoft.com/office/officeart/2005/8/layout/hierarchy2"/>
    <dgm:cxn modelId="{25608CB4-776F-4FF0-9F8E-99983B26F687}" type="presOf" srcId="{BB9F6503-D6D3-4C89-9052-AA6A19195139}" destId="{46EE7FAF-C852-4FA7-80AF-7D7257F26041}" srcOrd="0" destOrd="0" presId="urn:microsoft.com/office/officeart/2005/8/layout/hierarchy2"/>
    <dgm:cxn modelId="{D1AEB8B4-2FA9-491C-B25C-466547F4B95E}" type="presOf" srcId="{D0BB295B-8A21-4E7C-82E2-1DB4E1091FC6}" destId="{FFC8857E-1481-40EC-830C-932103253D61}" srcOrd="0" destOrd="0" presId="urn:microsoft.com/office/officeart/2005/8/layout/hierarchy2"/>
    <dgm:cxn modelId="{724FB2B6-B970-4420-8550-F609CCAA58B1}" type="presOf" srcId="{62AF4C43-07E1-4E0C-87CA-0C2CBEF24F32}" destId="{484D5893-8B19-4007-B093-74A0D22BAB2A}" srcOrd="1" destOrd="0" presId="urn:microsoft.com/office/officeart/2005/8/layout/hierarchy2"/>
    <dgm:cxn modelId="{AFE4B6BC-B62E-4031-BCF5-22FF02984307}" srcId="{BB9F6503-D6D3-4C89-9052-AA6A19195139}" destId="{FE3CB992-F280-4831-8134-65A7AACC51C5}" srcOrd="0" destOrd="0" parTransId="{62AF4C43-07E1-4E0C-87CA-0C2CBEF24F32}" sibTransId="{270BD8E2-0E84-47D9-A612-61C94CD607E7}"/>
    <dgm:cxn modelId="{A3D0BFC0-4195-492F-8CE4-05DC51D75008}" type="presOf" srcId="{5BB16DD5-0788-413E-B560-2FDA5B1525E3}" destId="{DAA6103A-9252-4F54-9F3A-2C1FFC90490D}" srcOrd="0" destOrd="0" presId="urn:microsoft.com/office/officeart/2005/8/layout/hierarchy2"/>
    <dgm:cxn modelId="{247FF6C0-42AB-4391-9369-3AF7DA375FB8}" type="presOf" srcId="{D0BB295B-8A21-4E7C-82E2-1DB4E1091FC6}" destId="{EB3FEF65-068C-4407-A99D-1FB4C351F02C}" srcOrd="1" destOrd="0" presId="urn:microsoft.com/office/officeart/2005/8/layout/hierarchy2"/>
    <dgm:cxn modelId="{9C8CBECB-493C-4B02-B7B5-3C99AA75F978}" type="presOf" srcId="{7097008A-C485-4092-B223-7AD7CCFEDA47}" destId="{E5A4CC41-777E-454A-9B4A-9558929900C6}" srcOrd="0" destOrd="0" presId="urn:microsoft.com/office/officeart/2005/8/layout/hierarchy2"/>
    <dgm:cxn modelId="{2F6042DC-0855-40F4-A408-0E5A496C7CD3}" type="presOf" srcId="{6967F56B-CE73-43F9-945E-D5ED95402CCF}" destId="{6CF867F2-28B3-4435-8A7F-4F2FD840E606}" srcOrd="0" destOrd="0" presId="urn:microsoft.com/office/officeart/2005/8/layout/hierarchy2"/>
    <dgm:cxn modelId="{377146E7-453D-46D0-A9C9-C41B6C438263}" type="presOf" srcId="{63E13024-E826-4446-B59A-DFF9FCA44268}" destId="{45CD903C-A6E9-47AD-88F9-BA8A4D356CB8}" srcOrd="0" destOrd="0" presId="urn:microsoft.com/office/officeart/2005/8/layout/hierarchy2"/>
    <dgm:cxn modelId="{BA8760ED-A9AA-45F9-B0CA-3C1920BA80B4}" srcId="{845363B5-8868-4154-9372-72AE22F59F07}" destId="{BB9F6503-D6D3-4C89-9052-AA6A19195139}" srcOrd="0" destOrd="0" parTransId="{7097008A-C485-4092-B223-7AD7CCFEDA47}" sibTransId="{3481001B-E854-4602-80A0-B0E9177F7F46}"/>
    <dgm:cxn modelId="{914450ED-BCB3-489E-8160-741FF9BD11F6}" srcId="{2D528FE5-788E-4B43-BF6C-EA008891272B}" destId="{84A1B0AA-F68F-46FC-96ED-2C17CD46FD39}" srcOrd="0" destOrd="0" parTransId="{55FB3C12-64FC-4013-ABD7-754A5E9A5375}" sibTransId="{3B382873-F993-4B46-BF55-1F3118708369}"/>
    <dgm:cxn modelId="{3FF330EE-E4A2-403B-B4F5-8E7300059022}" type="presOf" srcId="{63E13024-E826-4446-B59A-DFF9FCA44268}" destId="{F94DA1F7-06E1-4404-AC83-B19B6458A32F}" srcOrd="1" destOrd="0" presId="urn:microsoft.com/office/officeart/2005/8/layout/hierarchy2"/>
    <dgm:cxn modelId="{847544F9-F835-4DBA-BB41-6E9766459AC3}" type="presOf" srcId="{7097008A-C485-4092-B223-7AD7CCFEDA47}" destId="{E86923A5-AC96-4351-853B-0E3BDF602214}" srcOrd="1" destOrd="0" presId="urn:microsoft.com/office/officeart/2005/8/layout/hierarchy2"/>
    <dgm:cxn modelId="{0247EAFE-7664-4999-8004-6E5F3B92FE7E}" type="presOf" srcId="{4E1C72E8-25C9-4EDC-9BE9-5B3E0C76525E}" destId="{AC273B7B-A8CF-4A8F-9E7D-F4265922ADC7}" srcOrd="0" destOrd="0" presId="urn:microsoft.com/office/officeart/2005/8/layout/hierarchy2"/>
    <dgm:cxn modelId="{B6703469-DAB5-45D8-BB14-E9D35FC1C33A}" type="presParOf" srcId="{4FD4C28B-55B7-4B0B-9228-DB78D8E3661B}" destId="{D70994E8-16A1-48CC-882F-F01F71177124}" srcOrd="0" destOrd="0" presId="urn:microsoft.com/office/officeart/2005/8/layout/hierarchy2"/>
    <dgm:cxn modelId="{F35082CC-BD8F-446F-86E8-D40E87B471FC}" type="presParOf" srcId="{D70994E8-16A1-48CC-882F-F01F71177124}" destId="{A21325F6-2918-4B24-BBB7-6819E4E3BD2A}" srcOrd="0" destOrd="0" presId="urn:microsoft.com/office/officeart/2005/8/layout/hierarchy2"/>
    <dgm:cxn modelId="{7344B4B4-4D1D-48BA-B43E-59152203ACF7}" type="presParOf" srcId="{D70994E8-16A1-48CC-882F-F01F71177124}" destId="{D8D44E69-8FEC-446C-AD2E-B51A2A8DEA4B}" srcOrd="1" destOrd="0" presId="urn:microsoft.com/office/officeart/2005/8/layout/hierarchy2"/>
    <dgm:cxn modelId="{ED4454DC-7589-4F07-A563-54CE97EDE82A}" type="presParOf" srcId="{D8D44E69-8FEC-446C-AD2E-B51A2A8DEA4B}" destId="{6CF867F2-28B3-4435-8A7F-4F2FD840E606}" srcOrd="0" destOrd="0" presId="urn:microsoft.com/office/officeart/2005/8/layout/hierarchy2"/>
    <dgm:cxn modelId="{9BD9CCF5-603D-4D0B-9595-83994C8BD76D}" type="presParOf" srcId="{6CF867F2-28B3-4435-8A7F-4F2FD840E606}" destId="{0997FC07-0621-49B6-AAAD-7B6A742F26F0}" srcOrd="0" destOrd="0" presId="urn:microsoft.com/office/officeart/2005/8/layout/hierarchy2"/>
    <dgm:cxn modelId="{1395F2EF-2DB2-42AA-BDE4-0B8D47CB0DDF}" type="presParOf" srcId="{D8D44E69-8FEC-446C-AD2E-B51A2A8DEA4B}" destId="{07D44438-BEBC-4F65-8F03-40CC1451BC47}" srcOrd="1" destOrd="0" presId="urn:microsoft.com/office/officeart/2005/8/layout/hierarchy2"/>
    <dgm:cxn modelId="{794BEE78-F0C3-484B-A040-0841D1B0551A}" type="presParOf" srcId="{07D44438-BEBC-4F65-8F03-40CC1451BC47}" destId="{DAA6103A-9252-4F54-9F3A-2C1FFC90490D}" srcOrd="0" destOrd="0" presId="urn:microsoft.com/office/officeart/2005/8/layout/hierarchy2"/>
    <dgm:cxn modelId="{8BF390B4-6AC0-4757-B3E0-EB8FF1058003}" type="presParOf" srcId="{07D44438-BEBC-4F65-8F03-40CC1451BC47}" destId="{BB845173-3689-490B-8A78-A6C08C9EAD1C}" srcOrd="1" destOrd="0" presId="urn:microsoft.com/office/officeart/2005/8/layout/hierarchy2"/>
    <dgm:cxn modelId="{90712256-A4DF-45DE-AD5E-D870B753DC6D}" type="presParOf" srcId="{BB845173-3689-490B-8A78-A6C08C9EAD1C}" destId="{FFC8857E-1481-40EC-830C-932103253D61}" srcOrd="0" destOrd="0" presId="urn:microsoft.com/office/officeart/2005/8/layout/hierarchy2"/>
    <dgm:cxn modelId="{8DB5FF05-3C24-4792-A14D-0CB4A627EE15}" type="presParOf" srcId="{FFC8857E-1481-40EC-830C-932103253D61}" destId="{EB3FEF65-068C-4407-A99D-1FB4C351F02C}" srcOrd="0" destOrd="0" presId="urn:microsoft.com/office/officeart/2005/8/layout/hierarchy2"/>
    <dgm:cxn modelId="{3F245B32-54BC-4856-880A-F55F9F1D63A8}" type="presParOf" srcId="{BB845173-3689-490B-8A78-A6C08C9EAD1C}" destId="{428ED08A-7869-41D6-A073-5378739C06AE}" srcOrd="1" destOrd="0" presId="urn:microsoft.com/office/officeart/2005/8/layout/hierarchy2"/>
    <dgm:cxn modelId="{6727C70B-F1B6-439E-B638-88253930D2E3}" type="presParOf" srcId="{428ED08A-7869-41D6-A073-5378739C06AE}" destId="{DAE085EC-B9AB-40E8-B20D-9454A67302B8}" srcOrd="0" destOrd="0" presId="urn:microsoft.com/office/officeart/2005/8/layout/hierarchy2"/>
    <dgm:cxn modelId="{A9A54852-B088-40F6-9198-AC5C1012A9CC}" type="presParOf" srcId="{428ED08A-7869-41D6-A073-5378739C06AE}" destId="{1B93191A-F67B-47FD-9E28-D38558A6B10D}" srcOrd="1" destOrd="0" presId="urn:microsoft.com/office/officeart/2005/8/layout/hierarchy2"/>
    <dgm:cxn modelId="{FE7D4CE4-4D96-4AD1-80D7-9D1D1321E82A}" type="presParOf" srcId="{1B93191A-F67B-47FD-9E28-D38558A6B10D}" destId="{AC273B7B-A8CF-4A8F-9E7D-F4265922ADC7}" srcOrd="0" destOrd="0" presId="urn:microsoft.com/office/officeart/2005/8/layout/hierarchy2"/>
    <dgm:cxn modelId="{53D5FAD6-15DC-495A-9531-E8DB57B3794B}" type="presParOf" srcId="{AC273B7B-A8CF-4A8F-9E7D-F4265922ADC7}" destId="{F6C58961-1628-4D37-80A1-959FBEC87F34}" srcOrd="0" destOrd="0" presId="urn:microsoft.com/office/officeart/2005/8/layout/hierarchy2"/>
    <dgm:cxn modelId="{FE651CE2-1C0F-483B-AD2F-097B4485E14C}" type="presParOf" srcId="{1B93191A-F67B-47FD-9E28-D38558A6B10D}" destId="{7FC0B26D-2C00-438C-860C-0275C64C5587}" srcOrd="1" destOrd="0" presId="urn:microsoft.com/office/officeart/2005/8/layout/hierarchy2"/>
    <dgm:cxn modelId="{2452FF33-BEB1-4456-9867-146B4B5F8661}" type="presParOf" srcId="{7FC0B26D-2C00-438C-860C-0275C64C5587}" destId="{327F71C4-33BC-4259-A868-2C1BDC5B2F8D}" srcOrd="0" destOrd="0" presId="urn:microsoft.com/office/officeart/2005/8/layout/hierarchy2"/>
    <dgm:cxn modelId="{0391F138-A872-4DFE-A844-8CCFEB3A6049}" type="presParOf" srcId="{7FC0B26D-2C00-438C-860C-0275C64C5587}" destId="{59E9333C-2C16-4060-A06B-581F1384EE3B}" srcOrd="1" destOrd="0" presId="urn:microsoft.com/office/officeart/2005/8/layout/hierarchy2"/>
    <dgm:cxn modelId="{70A0C9FB-2EA3-421A-B97B-694F81F564C6}" type="presParOf" srcId="{59E9333C-2C16-4060-A06B-581F1384EE3B}" destId="{E5A4CC41-777E-454A-9B4A-9558929900C6}" srcOrd="0" destOrd="0" presId="urn:microsoft.com/office/officeart/2005/8/layout/hierarchy2"/>
    <dgm:cxn modelId="{934780B3-4F7E-4C47-942D-CF97478913A9}" type="presParOf" srcId="{E5A4CC41-777E-454A-9B4A-9558929900C6}" destId="{E86923A5-AC96-4351-853B-0E3BDF602214}" srcOrd="0" destOrd="0" presId="urn:microsoft.com/office/officeart/2005/8/layout/hierarchy2"/>
    <dgm:cxn modelId="{61F0E4F9-B448-42B5-AE06-81796F5508FC}" type="presParOf" srcId="{59E9333C-2C16-4060-A06B-581F1384EE3B}" destId="{AE70044F-C6DB-4682-856B-DEB5EACE63F9}" srcOrd="1" destOrd="0" presId="urn:microsoft.com/office/officeart/2005/8/layout/hierarchy2"/>
    <dgm:cxn modelId="{819E024A-05AE-4D9D-B3D4-D02C300A4288}" type="presParOf" srcId="{AE70044F-C6DB-4682-856B-DEB5EACE63F9}" destId="{46EE7FAF-C852-4FA7-80AF-7D7257F26041}" srcOrd="0" destOrd="0" presId="urn:microsoft.com/office/officeart/2005/8/layout/hierarchy2"/>
    <dgm:cxn modelId="{C087F5DC-3A02-44F9-BE28-35020AD5D0FF}" type="presParOf" srcId="{AE70044F-C6DB-4682-856B-DEB5EACE63F9}" destId="{1B589491-C965-4A63-AF59-C00CFFF41C1F}" srcOrd="1" destOrd="0" presId="urn:microsoft.com/office/officeart/2005/8/layout/hierarchy2"/>
    <dgm:cxn modelId="{6BC7320D-1CB0-442B-A6C8-522E5CE16980}" type="presParOf" srcId="{1B589491-C965-4A63-AF59-C00CFFF41C1F}" destId="{180787EB-20F5-43F3-AA78-4C5E3A339113}" srcOrd="0" destOrd="0" presId="urn:microsoft.com/office/officeart/2005/8/layout/hierarchy2"/>
    <dgm:cxn modelId="{4534A867-9190-48AE-8B7F-65B33DB950C6}" type="presParOf" srcId="{180787EB-20F5-43F3-AA78-4C5E3A339113}" destId="{484D5893-8B19-4007-B093-74A0D22BAB2A}" srcOrd="0" destOrd="0" presId="urn:microsoft.com/office/officeart/2005/8/layout/hierarchy2"/>
    <dgm:cxn modelId="{30F7D147-F399-4BDF-A2F0-89355AD51A70}" type="presParOf" srcId="{1B589491-C965-4A63-AF59-C00CFFF41C1F}" destId="{CD809DD2-B129-4C87-BC2C-92CAD5FF994B}" srcOrd="1" destOrd="0" presId="urn:microsoft.com/office/officeart/2005/8/layout/hierarchy2"/>
    <dgm:cxn modelId="{4D73F81C-CAB0-43C8-9179-EAAA458C6B2A}" type="presParOf" srcId="{CD809DD2-B129-4C87-BC2C-92CAD5FF994B}" destId="{E9962210-1E17-4A70-86D4-16ABC1A563EA}" srcOrd="0" destOrd="0" presId="urn:microsoft.com/office/officeart/2005/8/layout/hierarchy2"/>
    <dgm:cxn modelId="{C8250F8A-CB0F-4150-94E3-DC502AFAF06F}" type="presParOf" srcId="{CD809DD2-B129-4C87-BC2C-92CAD5FF994B}" destId="{D90003F5-F230-42E6-AF1E-0146A0DC56EF}" srcOrd="1" destOrd="0" presId="urn:microsoft.com/office/officeart/2005/8/layout/hierarchy2"/>
    <dgm:cxn modelId="{43D77EFB-54F2-42A0-B04D-36A9E1119776}" type="presParOf" srcId="{1B589491-C965-4A63-AF59-C00CFFF41C1F}" destId="{45CD903C-A6E9-47AD-88F9-BA8A4D356CB8}" srcOrd="2" destOrd="0" presId="urn:microsoft.com/office/officeart/2005/8/layout/hierarchy2"/>
    <dgm:cxn modelId="{70318B07-2C26-4181-B054-348CEC30E270}" type="presParOf" srcId="{45CD903C-A6E9-47AD-88F9-BA8A4D356CB8}" destId="{F94DA1F7-06E1-4404-AC83-B19B6458A32F}" srcOrd="0" destOrd="0" presId="urn:microsoft.com/office/officeart/2005/8/layout/hierarchy2"/>
    <dgm:cxn modelId="{DC31A01C-A93B-409F-B538-8389421631E5}" type="presParOf" srcId="{1B589491-C965-4A63-AF59-C00CFFF41C1F}" destId="{02F7EF6D-1E5C-411C-81F8-6701920B028D}" srcOrd="3" destOrd="0" presId="urn:microsoft.com/office/officeart/2005/8/layout/hierarchy2"/>
    <dgm:cxn modelId="{E7880584-C8CE-42C8-BB7C-B548EB0C4466}" type="presParOf" srcId="{02F7EF6D-1E5C-411C-81F8-6701920B028D}" destId="{CF91644A-6E7F-4DB1-8927-09708FC8A5FF}" srcOrd="0" destOrd="0" presId="urn:microsoft.com/office/officeart/2005/8/layout/hierarchy2"/>
    <dgm:cxn modelId="{EF36535C-B587-461E-93C8-E920425C1D3E}" type="presParOf" srcId="{02F7EF6D-1E5C-411C-81F8-6701920B028D}" destId="{63A1A6E2-BE24-4AF5-81F2-5EF03E4EE773}" srcOrd="1" destOrd="0" presId="urn:microsoft.com/office/officeart/2005/8/layout/hierarchy2"/>
    <dgm:cxn modelId="{8F470E05-1B9B-42EF-A6C8-6F4DE0C50A03}" type="presParOf" srcId="{63A1A6E2-BE24-4AF5-81F2-5EF03E4EE773}" destId="{A22ED9AE-8716-4F92-B8B8-40231F854230}" srcOrd="0" destOrd="0" presId="urn:microsoft.com/office/officeart/2005/8/layout/hierarchy2"/>
    <dgm:cxn modelId="{01C1740F-E87C-48C6-BB43-01F9ECAAE7FA}" type="presParOf" srcId="{A22ED9AE-8716-4F92-B8B8-40231F854230}" destId="{99BE7893-8651-4225-8D8F-C1A5901036AF}" srcOrd="0" destOrd="0" presId="urn:microsoft.com/office/officeart/2005/8/layout/hierarchy2"/>
    <dgm:cxn modelId="{A98DE47E-0002-48AF-AA68-17E3CB60E60E}" type="presParOf" srcId="{63A1A6E2-BE24-4AF5-81F2-5EF03E4EE773}" destId="{5488FFB9-08D5-430B-97D2-39FCEA8D0D16}" srcOrd="1" destOrd="0" presId="urn:microsoft.com/office/officeart/2005/8/layout/hierarchy2"/>
    <dgm:cxn modelId="{FDFE6B5C-40FF-43F5-AF89-E27105B83F58}" type="presParOf" srcId="{5488FFB9-08D5-430B-97D2-39FCEA8D0D16}" destId="{E9DE0C32-5A55-4593-9566-F86AD47A71FE}" srcOrd="0" destOrd="0" presId="urn:microsoft.com/office/officeart/2005/8/layout/hierarchy2"/>
    <dgm:cxn modelId="{8C33E085-0478-46DE-9FCF-EC2D230C4D45}" type="presParOf" srcId="{5488FFB9-08D5-430B-97D2-39FCEA8D0D16}" destId="{73FDAC47-87D6-478A-977E-2A9719CF3973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3123F3B-2039-4742-A59A-1CA902868ADA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4A1B0AA-F68F-46FC-96ED-2C17CD46FD39}">
      <dgm:prSet phldrT="[Text]" phldr="0"/>
      <dgm:spPr/>
      <dgm:t>
        <a:bodyPr/>
        <a:lstStyle/>
        <a:p>
          <a:pPr algn="ctr">
            <a:lnSpc>
              <a:spcPct val="90000"/>
            </a:lnSpc>
          </a:pPr>
          <a:r>
            <a:rPr lang="en-US" sz="1400" i="1">
              <a:solidFill>
                <a:srgbClr val="FFFFFF"/>
              </a:solidFill>
              <a:latin typeface="Aptos"/>
              <a:ea typeface="+mn-ea"/>
              <a:cs typeface="+mn-cs"/>
            </a:rPr>
            <a:t>Едитор</a:t>
          </a:r>
        </a:p>
      </dgm:t>
    </dgm:pt>
    <dgm:pt modelId="{55FB3C12-64FC-4013-ABD7-754A5E9A5375}" type="parTrans" cxnId="{914450ED-BCB3-489E-8160-741FF9BD11F6}">
      <dgm:prSet/>
      <dgm:spPr/>
      <dgm:t>
        <a:bodyPr/>
        <a:lstStyle/>
        <a:p>
          <a:endParaRPr lang="en-US"/>
        </a:p>
      </dgm:t>
    </dgm:pt>
    <dgm:pt modelId="{3B382873-F993-4B46-BF55-1F3118708369}" type="sibTrans" cxnId="{914450ED-BCB3-489E-8160-741FF9BD11F6}">
      <dgm:prSet/>
      <dgm:spPr/>
    </dgm:pt>
    <dgm:pt modelId="{83879101-64E8-4C6B-89A4-105B9671F62A}">
      <dgm:prSet phldrT="[Text]" phldr="0"/>
      <dgm:spPr/>
      <dgm:t>
        <a:bodyPr/>
        <a:lstStyle/>
        <a:p>
          <a:pPr algn="ctr">
            <a:lnSpc>
              <a:spcPct val="90000"/>
            </a:lnSpc>
          </a:pPr>
          <a:r>
            <a:rPr lang="en-US" sz="1400" i="1">
              <a:solidFill>
                <a:srgbClr val="FFFFFF"/>
              </a:solidFill>
              <a:latin typeface="Aptos"/>
              <a:ea typeface="+mn-ea"/>
              <a:cs typeface="+mn-cs"/>
            </a:rPr>
            <a:t>LSP</a:t>
          </a:r>
        </a:p>
      </dgm:t>
    </dgm:pt>
    <dgm:pt modelId="{01CCDCA3-C478-4FE2-B138-A58489AC594B}" type="parTrans" cxnId="{24E4A7B2-1137-4A4B-B3C6-4CBDE22CDEFC}">
      <dgm:prSet/>
      <dgm:spPr/>
      <dgm:t>
        <a:bodyPr/>
        <a:lstStyle/>
        <a:p>
          <a:endParaRPr lang="en-US"/>
        </a:p>
      </dgm:t>
    </dgm:pt>
    <dgm:pt modelId="{213518C1-3A76-4029-8CF1-A6236474AF4B}" type="sibTrans" cxnId="{24E4A7B2-1137-4A4B-B3C6-4CBDE22CDEFC}">
      <dgm:prSet/>
      <dgm:spPr/>
    </dgm:pt>
    <dgm:pt modelId="{2F6AF389-A4FC-427B-B5BA-5B0FA850EB20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400" i="1">
              <a:solidFill>
                <a:srgbClr val="FFFFFF"/>
              </a:solidFill>
              <a:latin typeface="Aptos"/>
              <a:ea typeface="+mn-ea"/>
              <a:cs typeface="+mn-cs"/>
            </a:rPr>
            <a:t>Лексичка анализа</a:t>
          </a:r>
        </a:p>
      </dgm:t>
    </dgm:pt>
    <dgm:pt modelId="{A16C2797-F4AF-466D-AF71-26765A247387}" type="parTrans" cxnId="{A828ABDC-43B3-4D1B-8C2C-B1649D10CAC0}">
      <dgm:prSet/>
      <dgm:spPr/>
      <dgm:t>
        <a:bodyPr/>
        <a:lstStyle/>
        <a:p>
          <a:endParaRPr lang="en-US"/>
        </a:p>
      </dgm:t>
    </dgm:pt>
    <dgm:pt modelId="{7262531B-92E1-4853-A196-7BD073DC1183}" type="sibTrans" cxnId="{A828ABDC-43B3-4D1B-8C2C-B1649D10CAC0}">
      <dgm:prSet/>
      <dgm:spPr/>
    </dgm:pt>
    <dgm:pt modelId="{186489B4-72D8-4148-B264-3755A81D6677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400" i="1" err="1">
              <a:solidFill>
                <a:srgbClr val="FFFFFF"/>
              </a:solidFill>
              <a:latin typeface="Aptos"/>
              <a:ea typeface="+mn-ea"/>
              <a:cs typeface="+mn-cs"/>
            </a:rPr>
            <a:t>Синтаксна</a:t>
          </a:r>
          <a:r>
            <a:rPr lang="en-US" sz="1400" i="1">
              <a:solidFill>
                <a:srgbClr val="FFFFFF"/>
              </a:solidFill>
              <a:latin typeface="Aptos"/>
              <a:ea typeface="+mn-ea"/>
              <a:cs typeface="+mn-cs"/>
            </a:rPr>
            <a:t> </a:t>
          </a:r>
          <a:r>
            <a:rPr lang="en-US" sz="1400" i="1" err="1">
              <a:solidFill>
                <a:srgbClr val="FFFFFF"/>
              </a:solidFill>
              <a:latin typeface="Aptos"/>
              <a:ea typeface="+mn-ea"/>
              <a:cs typeface="+mn-cs"/>
            </a:rPr>
            <a:t>анализа</a:t>
          </a:r>
        </a:p>
      </dgm:t>
    </dgm:pt>
    <dgm:pt modelId="{1C044EA9-1671-4DE6-8FE6-965F1E817D83}" type="parTrans" cxnId="{78F8A498-24BA-40C8-BE0A-A95F64FD90C4}">
      <dgm:prSet/>
      <dgm:spPr/>
      <dgm:t>
        <a:bodyPr/>
        <a:lstStyle/>
        <a:p>
          <a:endParaRPr lang="en-US"/>
        </a:p>
      </dgm:t>
    </dgm:pt>
    <dgm:pt modelId="{9405E427-BAD1-4E9F-8358-D0D7606BDC9C}" type="sibTrans" cxnId="{78F8A498-24BA-40C8-BE0A-A95F64FD90C4}">
      <dgm:prSet/>
      <dgm:spPr/>
    </dgm:pt>
    <dgm:pt modelId="{9C2A2B14-D6F8-49DD-AB14-C23DB37BE774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400" i="1">
              <a:solidFill>
                <a:srgbClr val="FFFFFF"/>
              </a:solidFill>
              <a:latin typeface="Aptos"/>
              <a:ea typeface="+mn-ea"/>
              <a:cs typeface="+mn-cs"/>
            </a:rPr>
            <a:t>Семантичка анализа</a:t>
          </a:r>
        </a:p>
      </dgm:t>
    </dgm:pt>
    <dgm:pt modelId="{49ECAA64-B376-4B7E-ADA1-5AEE0C8DD32E}" type="parTrans" cxnId="{EE5FBF15-116F-4085-AAB1-C21F61BA70C8}">
      <dgm:prSet/>
      <dgm:spPr/>
      <dgm:t>
        <a:bodyPr/>
        <a:lstStyle/>
        <a:p>
          <a:endParaRPr lang="en-US"/>
        </a:p>
      </dgm:t>
    </dgm:pt>
    <dgm:pt modelId="{5B290371-1A1D-4707-A48F-D9CBB7D685CC}" type="sibTrans" cxnId="{EE5FBF15-116F-4085-AAB1-C21F61BA70C8}">
      <dgm:prSet/>
      <dgm:spPr/>
    </dgm:pt>
    <dgm:pt modelId="{4FD4C28B-55B7-4B0B-9228-DB78D8E3661B}" type="pres">
      <dgm:prSet presAssocID="{A3123F3B-2039-4742-A59A-1CA902868ADA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7E3F5E2-E6F8-4039-A123-D99E756FC867}" type="pres">
      <dgm:prSet presAssocID="{84A1B0AA-F68F-46FC-96ED-2C17CD46FD39}" presName="root1" presStyleCnt="0"/>
      <dgm:spPr/>
    </dgm:pt>
    <dgm:pt modelId="{F3798BE1-1731-4066-B8B4-0A26CEFB5552}" type="pres">
      <dgm:prSet presAssocID="{84A1B0AA-F68F-46FC-96ED-2C17CD46FD39}" presName="LevelOneTextNode" presStyleLbl="node0" presStyleIdx="0" presStyleCnt="1">
        <dgm:presLayoutVars>
          <dgm:chPref val="3"/>
        </dgm:presLayoutVars>
      </dgm:prSet>
      <dgm:spPr/>
    </dgm:pt>
    <dgm:pt modelId="{735B2F99-5774-4995-9B32-D69EACA95745}" type="pres">
      <dgm:prSet presAssocID="{84A1B0AA-F68F-46FC-96ED-2C17CD46FD39}" presName="level2hierChild" presStyleCnt="0"/>
      <dgm:spPr/>
    </dgm:pt>
    <dgm:pt modelId="{3E050590-F50E-4052-8376-3D80D1A25448}" type="pres">
      <dgm:prSet presAssocID="{01CCDCA3-C478-4FE2-B138-A58489AC594B}" presName="conn2-1" presStyleLbl="parChTrans1D2" presStyleIdx="0" presStyleCnt="1"/>
      <dgm:spPr/>
    </dgm:pt>
    <dgm:pt modelId="{D33B2EC8-E68E-4DEB-9E7F-C652562939A9}" type="pres">
      <dgm:prSet presAssocID="{01CCDCA3-C478-4FE2-B138-A58489AC594B}" presName="connTx" presStyleLbl="parChTrans1D2" presStyleIdx="0" presStyleCnt="1"/>
      <dgm:spPr/>
    </dgm:pt>
    <dgm:pt modelId="{6566E440-E7B0-4B5A-BF74-CF1244541965}" type="pres">
      <dgm:prSet presAssocID="{83879101-64E8-4C6B-89A4-105B9671F62A}" presName="root2" presStyleCnt="0"/>
      <dgm:spPr/>
    </dgm:pt>
    <dgm:pt modelId="{6A4A1D7C-7F73-48C1-8640-12EFE6A2F463}" type="pres">
      <dgm:prSet presAssocID="{83879101-64E8-4C6B-89A4-105B9671F62A}" presName="LevelTwoTextNode" presStyleLbl="node2" presStyleIdx="0" presStyleCnt="1">
        <dgm:presLayoutVars>
          <dgm:chPref val="3"/>
        </dgm:presLayoutVars>
      </dgm:prSet>
      <dgm:spPr/>
    </dgm:pt>
    <dgm:pt modelId="{ADD4C26E-B048-4548-9065-F30569573F71}" type="pres">
      <dgm:prSet presAssocID="{83879101-64E8-4C6B-89A4-105B9671F62A}" presName="level3hierChild" presStyleCnt="0"/>
      <dgm:spPr/>
    </dgm:pt>
    <dgm:pt modelId="{1532918A-F3A9-4261-B5A0-A96AE52E3EF4}" type="pres">
      <dgm:prSet presAssocID="{A16C2797-F4AF-466D-AF71-26765A247387}" presName="conn2-1" presStyleLbl="parChTrans1D3" presStyleIdx="0" presStyleCnt="3"/>
      <dgm:spPr/>
    </dgm:pt>
    <dgm:pt modelId="{4C57A3D2-64DA-4803-BA37-3EE1D61C9F3A}" type="pres">
      <dgm:prSet presAssocID="{A16C2797-F4AF-466D-AF71-26765A247387}" presName="connTx" presStyleLbl="parChTrans1D3" presStyleIdx="0" presStyleCnt="3"/>
      <dgm:spPr/>
    </dgm:pt>
    <dgm:pt modelId="{33C68BBE-F9D2-4D67-9D6F-6899043765F6}" type="pres">
      <dgm:prSet presAssocID="{2F6AF389-A4FC-427B-B5BA-5B0FA850EB20}" presName="root2" presStyleCnt="0"/>
      <dgm:spPr/>
    </dgm:pt>
    <dgm:pt modelId="{36F3D198-FA5F-4268-94CD-16E0918AAF02}" type="pres">
      <dgm:prSet presAssocID="{2F6AF389-A4FC-427B-B5BA-5B0FA850EB20}" presName="LevelTwoTextNode" presStyleLbl="node3" presStyleIdx="0" presStyleCnt="3">
        <dgm:presLayoutVars>
          <dgm:chPref val="3"/>
        </dgm:presLayoutVars>
      </dgm:prSet>
      <dgm:spPr/>
    </dgm:pt>
    <dgm:pt modelId="{E293B3F6-7DA2-4C67-95ED-75C310EF4D3A}" type="pres">
      <dgm:prSet presAssocID="{2F6AF389-A4FC-427B-B5BA-5B0FA850EB20}" presName="level3hierChild" presStyleCnt="0"/>
      <dgm:spPr/>
    </dgm:pt>
    <dgm:pt modelId="{0C621868-C7AA-45ED-89ED-CE07C89E3863}" type="pres">
      <dgm:prSet presAssocID="{1C044EA9-1671-4DE6-8FE6-965F1E817D83}" presName="conn2-1" presStyleLbl="parChTrans1D3" presStyleIdx="1" presStyleCnt="3"/>
      <dgm:spPr/>
    </dgm:pt>
    <dgm:pt modelId="{FE25A954-D7E3-40F5-8C63-B214CA1C32EA}" type="pres">
      <dgm:prSet presAssocID="{1C044EA9-1671-4DE6-8FE6-965F1E817D83}" presName="connTx" presStyleLbl="parChTrans1D3" presStyleIdx="1" presStyleCnt="3"/>
      <dgm:spPr/>
    </dgm:pt>
    <dgm:pt modelId="{A123E78F-E16B-41D5-855C-3B19BBF4E3CA}" type="pres">
      <dgm:prSet presAssocID="{186489B4-72D8-4148-B264-3755A81D6677}" presName="root2" presStyleCnt="0"/>
      <dgm:spPr/>
    </dgm:pt>
    <dgm:pt modelId="{781448B2-EE3C-44EF-A69C-1B801B390CF4}" type="pres">
      <dgm:prSet presAssocID="{186489B4-72D8-4148-B264-3755A81D6677}" presName="LevelTwoTextNode" presStyleLbl="node3" presStyleIdx="1" presStyleCnt="3">
        <dgm:presLayoutVars>
          <dgm:chPref val="3"/>
        </dgm:presLayoutVars>
      </dgm:prSet>
      <dgm:spPr/>
    </dgm:pt>
    <dgm:pt modelId="{367D27A4-A752-4C15-95AA-4EF2C8D634D3}" type="pres">
      <dgm:prSet presAssocID="{186489B4-72D8-4148-B264-3755A81D6677}" presName="level3hierChild" presStyleCnt="0"/>
      <dgm:spPr/>
    </dgm:pt>
    <dgm:pt modelId="{E0560AC9-8C9D-4368-90E8-82A93FF8F55A}" type="pres">
      <dgm:prSet presAssocID="{49ECAA64-B376-4B7E-ADA1-5AEE0C8DD32E}" presName="conn2-1" presStyleLbl="parChTrans1D3" presStyleIdx="2" presStyleCnt="3"/>
      <dgm:spPr/>
    </dgm:pt>
    <dgm:pt modelId="{8CDD2D1C-76FD-4961-9E08-7B7860738AF3}" type="pres">
      <dgm:prSet presAssocID="{49ECAA64-B376-4B7E-ADA1-5AEE0C8DD32E}" presName="connTx" presStyleLbl="parChTrans1D3" presStyleIdx="2" presStyleCnt="3"/>
      <dgm:spPr/>
    </dgm:pt>
    <dgm:pt modelId="{3023601B-8221-42D8-B879-9B906C6DFCDF}" type="pres">
      <dgm:prSet presAssocID="{9C2A2B14-D6F8-49DD-AB14-C23DB37BE774}" presName="root2" presStyleCnt="0"/>
      <dgm:spPr/>
    </dgm:pt>
    <dgm:pt modelId="{02560CD1-C3B2-49BE-93A4-1B0E7394B476}" type="pres">
      <dgm:prSet presAssocID="{9C2A2B14-D6F8-49DD-AB14-C23DB37BE774}" presName="LevelTwoTextNode" presStyleLbl="node3" presStyleIdx="2" presStyleCnt="3">
        <dgm:presLayoutVars>
          <dgm:chPref val="3"/>
        </dgm:presLayoutVars>
      </dgm:prSet>
      <dgm:spPr/>
    </dgm:pt>
    <dgm:pt modelId="{4F61C085-FC17-4BD5-BD2A-558C82FCFB35}" type="pres">
      <dgm:prSet presAssocID="{9C2A2B14-D6F8-49DD-AB14-C23DB37BE774}" presName="level3hierChild" presStyleCnt="0"/>
      <dgm:spPr/>
    </dgm:pt>
  </dgm:ptLst>
  <dgm:cxnLst>
    <dgm:cxn modelId="{81B88D00-480A-47DC-9B83-86F6D074D6AE}" type="presOf" srcId="{01CCDCA3-C478-4FE2-B138-A58489AC594B}" destId="{3E050590-F50E-4052-8376-3D80D1A25448}" srcOrd="0" destOrd="0" presId="urn:microsoft.com/office/officeart/2005/8/layout/hierarchy2"/>
    <dgm:cxn modelId="{EE5FBF15-116F-4085-AAB1-C21F61BA70C8}" srcId="{83879101-64E8-4C6B-89A4-105B9671F62A}" destId="{9C2A2B14-D6F8-49DD-AB14-C23DB37BE774}" srcOrd="2" destOrd="0" parTransId="{49ECAA64-B376-4B7E-ADA1-5AEE0C8DD32E}" sibTransId="{5B290371-1A1D-4707-A48F-D9CBB7D685CC}"/>
    <dgm:cxn modelId="{C87F8C40-D7FC-4C79-BD68-68E5BA659D36}" type="presOf" srcId="{A16C2797-F4AF-466D-AF71-26765A247387}" destId="{1532918A-F3A9-4261-B5A0-A96AE52E3EF4}" srcOrd="0" destOrd="0" presId="urn:microsoft.com/office/officeart/2005/8/layout/hierarchy2"/>
    <dgm:cxn modelId="{E3410E61-A4F2-4C11-83C3-5ADB77FFC6F5}" type="presOf" srcId="{186489B4-72D8-4148-B264-3755A81D6677}" destId="{781448B2-EE3C-44EF-A69C-1B801B390CF4}" srcOrd="0" destOrd="0" presId="urn:microsoft.com/office/officeart/2005/8/layout/hierarchy2"/>
    <dgm:cxn modelId="{99721C55-6F90-4426-8618-D8A9828E2C8D}" type="presOf" srcId="{01CCDCA3-C478-4FE2-B138-A58489AC594B}" destId="{D33B2EC8-E68E-4DEB-9E7F-C652562939A9}" srcOrd="1" destOrd="0" presId="urn:microsoft.com/office/officeart/2005/8/layout/hierarchy2"/>
    <dgm:cxn modelId="{B8C5AC7F-2947-4444-9303-9FA71284A6C3}" type="presOf" srcId="{A3123F3B-2039-4742-A59A-1CA902868ADA}" destId="{4FD4C28B-55B7-4B0B-9228-DB78D8E3661B}" srcOrd="0" destOrd="0" presId="urn:microsoft.com/office/officeart/2005/8/layout/hierarchy2"/>
    <dgm:cxn modelId="{78F8A498-24BA-40C8-BE0A-A95F64FD90C4}" srcId="{83879101-64E8-4C6B-89A4-105B9671F62A}" destId="{186489B4-72D8-4148-B264-3755A81D6677}" srcOrd="1" destOrd="0" parTransId="{1C044EA9-1671-4DE6-8FE6-965F1E817D83}" sibTransId="{9405E427-BAD1-4E9F-8358-D0D7606BDC9C}"/>
    <dgm:cxn modelId="{D71F06A3-2EE5-4A31-A381-FA6E683C9BEA}" type="presOf" srcId="{49ECAA64-B376-4B7E-ADA1-5AEE0C8DD32E}" destId="{8CDD2D1C-76FD-4961-9E08-7B7860738AF3}" srcOrd="1" destOrd="0" presId="urn:microsoft.com/office/officeart/2005/8/layout/hierarchy2"/>
    <dgm:cxn modelId="{5AED12AF-87F3-4087-B334-5ABB27716914}" type="presOf" srcId="{49ECAA64-B376-4B7E-ADA1-5AEE0C8DD32E}" destId="{E0560AC9-8C9D-4368-90E8-82A93FF8F55A}" srcOrd="0" destOrd="0" presId="urn:microsoft.com/office/officeart/2005/8/layout/hierarchy2"/>
    <dgm:cxn modelId="{24E4A7B2-1137-4A4B-B3C6-4CBDE22CDEFC}" srcId="{84A1B0AA-F68F-46FC-96ED-2C17CD46FD39}" destId="{83879101-64E8-4C6B-89A4-105B9671F62A}" srcOrd="0" destOrd="0" parTransId="{01CCDCA3-C478-4FE2-B138-A58489AC594B}" sibTransId="{213518C1-3A76-4029-8CF1-A6236474AF4B}"/>
    <dgm:cxn modelId="{BE0476B9-B578-48A4-83B0-95441E90C1D1}" type="presOf" srcId="{1C044EA9-1671-4DE6-8FE6-965F1E817D83}" destId="{FE25A954-D7E3-40F5-8C63-B214CA1C32EA}" srcOrd="1" destOrd="0" presId="urn:microsoft.com/office/officeart/2005/8/layout/hierarchy2"/>
    <dgm:cxn modelId="{531975C8-F19B-4FC7-8236-83A4A38E6A30}" type="presOf" srcId="{A16C2797-F4AF-466D-AF71-26765A247387}" destId="{4C57A3D2-64DA-4803-BA37-3EE1D61C9F3A}" srcOrd="1" destOrd="0" presId="urn:microsoft.com/office/officeart/2005/8/layout/hierarchy2"/>
    <dgm:cxn modelId="{456F85C9-F3B2-4131-B8A2-7E6D43AC33CC}" type="presOf" srcId="{2F6AF389-A4FC-427B-B5BA-5B0FA850EB20}" destId="{36F3D198-FA5F-4268-94CD-16E0918AAF02}" srcOrd="0" destOrd="0" presId="urn:microsoft.com/office/officeart/2005/8/layout/hierarchy2"/>
    <dgm:cxn modelId="{4396ADCA-1061-4E19-9F83-E6297EC988B5}" type="presOf" srcId="{1C044EA9-1671-4DE6-8FE6-965F1E817D83}" destId="{0C621868-C7AA-45ED-89ED-CE07C89E3863}" srcOrd="0" destOrd="0" presId="urn:microsoft.com/office/officeart/2005/8/layout/hierarchy2"/>
    <dgm:cxn modelId="{95CFD8D1-78A7-438E-B404-52790D1B83E8}" type="presOf" srcId="{84A1B0AA-F68F-46FC-96ED-2C17CD46FD39}" destId="{F3798BE1-1731-4066-B8B4-0A26CEFB5552}" srcOrd="0" destOrd="0" presId="urn:microsoft.com/office/officeart/2005/8/layout/hierarchy2"/>
    <dgm:cxn modelId="{A828ABDC-43B3-4D1B-8C2C-B1649D10CAC0}" srcId="{83879101-64E8-4C6B-89A4-105B9671F62A}" destId="{2F6AF389-A4FC-427B-B5BA-5B0FA850EB20}" srcOrd="0" destOrd="0" parTransId="{A16C2797-F4AF-466D-AF71-26765A247387}" sibTransId="{7262531B-92E1-4853-A196-7BD073DC1183}"/>
    <dgm:cxn modelId="{EE7D6CE0-6EC8-49B3-ADF1-6900CA3371F6}" type="presOf" srcId="{83879101-64E8-4C6B-89A4-105B9671F62A}" destId="{6A4A1D7C-7F73-48C1-8640-12EFE6A2F463}" srcOrd="0" destOrd="0" presId="urn:microsoft.com/office/officeart/2005/8/layout/hierarchy2"/>
    <dgm:cxn modelId="{914450ED-BCB3-489E-8160-741FF9BD11F6}" srcId="{A3123F3B-2039-4742-A59A-1CA902868ADA}" destId="{84A1B0AA-F68F-46FC-96ED-2C17CD46FD39}" srcOrd="0" destOrd="0" parTransId="{55FB3C12-64FC-4013-ABD7-754A5E9A5375}" sibTransId="{3B382873-F993-4B46-BF55-1F3118708369}"/>
    <dgm:cxn modelId="{FE2EF9F6-DF0D-4B35-A166-A7BD079A0758}" type="presOf" srcId="{9C2A2B14-D6F8-49DD-AB14-C23DB37BE774}" destId="{02560CD1-C3B2-49BE-93A4-1B0E7394B476}" srcOrd="0" destOrd="0" presId="urn:microsoft.com/office/officeart/2005/8/layout/hierarchy2"/>
    <dgm:cxn modelId="{B56B265C-9987-4F74-BBA6-D08700EA1CE0}" type="presParOf" srcId="{4FD4C28B-55B7-4B0B-9228-DB78D8E3661B}" destId="{C7E3F5E2-E6F8-4039-A123-D99E756FC867}" srcOrd="0" destOrd="0" presId="urn:microsoft.com/office/officeart/2005/8/layout/hierarchy2"/>
    <dgm:cxn modelId="{134C191E-205A-42B5-8D0A-29CEBB0B7252}" type="presParOf" srcId="{C7E3F5E2-E6F8-4039-A123-D99E756FC867}" destId="{F3798BE1-1731-4066-B8B4-0A26CEFB5552}" srcOrd="0" destOrd="0" presId="urn:microsoft.com/office/officeart/2005/8/layout/hierarchy2"/>
    <dgm:cxn modelId="{40C935FE-2E90-4543-9C68-8D72BA96AAB7}" type="presParOf" srcId="{C7E3F5E2-E6F8-4039-A123-D99E756FC867}" destId="{735B2F99-5774-4995-9B32-D69EACA95745}" srcOrd="1" destOrd="0" presId="urn:microsoft.com/office/officeart/2005/8/layout/hierarchy2"/>
    <dgm:cxn modelId="{5E9239A4-72BC-42DE-9A5A-D76D7D5007F1}" type="presParOf" srcId="{735B2F99-5774-4995-9B32-D69EACA95745}" destId="{3E050590-F50E-4052-8376-3D80D1A25448}" srcOrd="0" destOrd="0" presId="urn:microsoft.com/office/officeart/2005/8/layout/hierarchy2"/>
    <dgm:cxn modelId="{E067A514-F3FE-41B0-9C31-0198CECAAED0}" type="presParOf" srcId="{3E050590-F50E-4052-8376-3D80D1A25448}" destId="{D33B2EC8-E68E-4DEB-9E7F-C652562939A9}" srcOrd="0" destOrd="0" presId="urn:microsoft.com/office/officeart/2005/8/layout/hierarchy2"/>
    <dgm:cxn modelId="{DF5CA1B8-33D4-4545-BCF1-1A20B46DAC34}" type="presParOf" srcId="{735B2F99-5774-4995-9B32-D69EACA95745}" destId="{6566E440-E7B0-4B5A-BF74-CF1244541965}" srcOrd="1" destOrd="0" presId="urn:microsoft.com/office/officeart/2005/8/layout/hierarchy2"/>
    <dgm:cxn modelId="{8D1743B2-8D81-491E-A4C0-DAA0D7FAB3B9}" type="presParOf" srcId="{6566E440-E7B0-4B5A-BF74-CF1244541965}" destId="{6A4A1D7C-7F73-48C1-8640-12EFE6A2F463}" srcOrd="0" destOrd="0" presId="urn:microsoft.com/office/officeart/2005/8/layout/hierarchy2"/>
    <dgm:cxn modelId="{B1303809-85B2-43C8-AC7D-0315E1B57AAF}" type="presParOf" srcId="{6566E440-E7B0-4B5A-BF74-CF1244541965}" destId="{ADD4C26E-B048-4548-9065-F30569573F71}" srcOrd="1" destOrd="0" presId="urn:microsoft.com/office/officeart/2005/8/layout/hierarchy2"/>
    <dgm:cxn modelId="{589549F3-815D-4EC4-998E-EB1EBA587021}" type="presParOf" srcId="{ADD4C26E-B048-4548-9065-F30569573F71}" destId="{1532918A-F3A9-4261-B5A0-A96AE52E3EF4}" srcOrd="0" destOrd="0" presId="urn:microsoft.com/office/officeart/2005/8/layout/hierarchy2"/>
    <dgm:cxn modelId="{19736A81-3A9E-4F75-B705-12F5A83C9BEA}" type="presParOf" srcId="{1532918A-F3A9-4261-B5A0-A96AE52E3EF4}" destId="{4C57A3D2-64DA-4803-BA37-3EE1D61C9F3A}" srcOrd="0" destOrd="0" presId="urn:microsoft.com/office/officeart/2005/8/layout/hierarchy2"/>
    <dgm:cxn modelId="{6D810B76-29B2-42B4-A10E-A52C100FDF67}" type="presParOf" srcId="{ADD4C26E-B048-4548-9065-F30569573F71}" destId="{33C68BBE-F9D2-4D67-9D6F-6899043765F6}" srcOrd="1" destOrd="0" presId="urn:microsoft.com/office/officeart/2005/8/layout/hierarchy2"/>
    <dgm:cxn modelId="{AED457CB-C432-418C-AA74-8E3CD5AC6F7C}" type="presParOf" srcId="{33C68BBE-F9D2-4D67-9D6F-6899043765F6}" destId="{36F3D198-FA5F-4268-94CD-16E0918AAF02}" srcOrd="0" destOrd="0" presId="urn:microsoft.com/office/officeart/2005/8/layout/hierarchy2"/>
    <dgm:cxn modelId="{AD722953-D3E9-452D-86A8-24875CAFD4AB}" type="presParOf" srcId="{33C68BBE-F9D2-4D67-9D6F-6899043765F6}" destId="{E293B3F6-7DA2-4C67-95ED-75C310EF4D3A}" srcOrd="1" destOrd="0" presId="urn:microsoft.com/office/officeart/2005/8/layout/hierarchy2"/>
    <dgm:cxn modelId="{E5192FEA-2B0A-436F-97D6-18317BAF4308}" type="presParOf" srcId="{ADD4C26E-B048-4548-9065-F30569573F71}" destId="{0C621868-C7AA-45ED-89ED-CE07C89E3863}" srcOrd="2" destOrd="0" presId="urn:microsoft.com/office/officeart/2005/8/layout/hierarchy2"/>
    <dgm:cxn modelId="{BE3AE7C9-96B4-4680-9F64-6962AA3616D6}" type="presParOf" srcId="{0C621868-C7AA-45ED-89ED-CE07C89E3863}" destId="{FE25A954-D7E3-40F5-8C63-B214CA1C32EA}" srcOrd="0" destOrd="0" presId="urn:microsoft.com/office/officeart/2005/8/layout/hierarchy2"/>
    <dgm:cxn modelId="{9CB40692-20A5-490D-BDCA-15E7B352B336}" type="presParOf" srcId="{ADD4C26E-B048-4548-9065-F30569573F71}" destId="{A123E78F-E16B-41D5-855C-3B19BBF4E3CA}" srcOrd="3" destOrd="0" presId="urn:microsoft.com/office/officeart/2005/8/layout/hierarchy2"/>
    <dgm:cxn modelId="{F69401CA-777E-4592-B217-15D2767556B4}" type="presParOf" srcId="{A123E78F-E16B-41D5-855C-3B19BBF4E3CA}" destId="{781448B2-EE3C-44EF-A69C-1B801B390CF4}" srcOrd="0" destOrd="0" presId="urn:microsoft.com/office/officeart/2005/8/layout/hierarchy2"/>
    <dgm:cxn modelId="{6EEBDBB4-9809-4A14-A297-5F024FC68579}" type="presParOf" srcId="{A123E78F-E16B-41D5-855C-3B19BBF4E3CA}" destId="{367D27A4-A752-4C15-95AA-4EF2C8D634D3}" srcOrd="1" destOrd="0" presId="urn:microsoft.com/office/officeart/2005/8/layout/hierarchy2"/>
    <dgm:cxn modelId="{BA7B1135-C099-41FC-8DDC-52B8E81E3402}" type="presParOf" srcId="{ADD4C26E-B048-4548-9065-F30569573F71}" destId="{E0560AC9-8C9D-4368-90E8-82A93FF8F55A}" srcOrd="4" destOrd="0" presId="urn:microsoft.com/office/officeart/2005/8/layout/hierarchy2"/>
    <dgm:cxn modelId="{2A78B51F-33B7-4F05-8A9E-0F7295A5E2EE}" type="presParOf" srcId="{E0560AC9-8C9D-4368-90E8-82A93FF8F55A}" destId="{8CDD2D1C-76FD-4961-9E08-7B7860738AF3}" srcOrd="0" destOrd="0" presId="urn:microsoft.com/office/officeart/2005/8/layout/hierarchy2"/>
    <dgm:cxn modelId="{01880554-4FEB-4146-9896-444EAFA60872}" type="presParOf" srcId="{ADD4C26E-B048-4548-9065-F30569573F71}" destId="{3023601B-8221-42D8-B879-9B906C6DFCDF}" srcOrd="5" destOrd="0" presId="urn:microsoft.com/office/officeart/2005/8/layout/hierarchy2"/>
    <dgm:cxn modelId="{D6B8C2BB-F04C-4C56-98D4-8C5D7A0D3F7F}" type="presParOf" srcId="{3023601B-8221-42D8-B879-9B906C6DFCDF}" destId="{02560CD1-C3B2-49BE-93A4-1B0E7394B476}" srcOrd="0" destOrd="0" presId="urn:microsoft.com/office/officeart/2005/8/layout/hierarchy2"/>
    <dgm:cxn modelId="{37D9DA1D-81AD-4566-8E65-D7699A802BC7}" type="presParOf" srcId="{3023601B-8221-42D8-B879-9B906C6DFCDF}" destId="{4F61C085-FC17-4BD5-BD2A-558C82FCFB35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E9E343-F042-4373-8992-EF0BC2786D7C}">
      <dsp:nvSpPr>
        <dsp:cNvPr id="0" name=""/>
        <dsp:cNvSpPr/>
      </dsp:nvSpPr>
      <dsp:spPr>
        <a:xfrm>
          <a:off x="2065" y="322612"/>
          <a:ext cx="2516628" cy="100665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015" tIns="40005" rIns="40005" bIns="40005" numCol="1" spcCol="1270" anchor="ctr" anchorCtr="0">
          <a:noAutofit/>
        </a:bodyPr>
        <a:lstStyle/>
        <a:p>
          <a:pPr marL="0" lvl="0" indent="0" algn="ctr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>
              <a:latin typeface="Aptos Display" panose="02110004020202020204"/>
            </a:rPr>
            <a:t>DSL </a:t>
          </a:r>
          <a:r>
            <a:rPr lang="en-US" sz="3000" kern="1200" err="1">
              <a:latin typeface="Aptos Display" panose="02110004020202020204"/>
            </a:rPr>
            <a:t>програм</a:t>
          </a:r>
          <a:endParaRPr lang="en-US" sz="3000" kern="1200">
            <a:latin typeface="Aptos Display" panose="02110004020202020204"/>
          </a:endParaRPr>
        </a:p>
      </dsp:txBody>
      <dsp:txXfrm>
        <a:off x="505391" y="322612"/>
        <a:ext cx="1509977" cy="1006651"/>
      </dsp:txXfrm>
    </dsp:sp>
    <dsp:sp modelId="{E30BDBD1-2D31-4862-95B9-A9AEE34D943C}">
      <dsp:nvSpPr>
        <dsp:cNvPr id="0" name=""/>
        <dsp:cNvSpPr/>
      </dsp:nvSpPr>
      <dsp:spPr>
        <a:xfrm>
          <a:off x="2267030" y="322612"/>
          <a:ext cx="2516628" cy="100665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015" tIns="40005" rIns="40005" bIns="40005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>
              <a:latin typeface="Aptos Display" panose="02110004020202020204"/>
            </a:rPr>
            <a:t>Обрада</a:t>
          </a:r>
          <a:endParaRPr lang="en-US" sz="3000" kern="1200"/>
        </a:p>
      </dsp:txBody>
      <dsp:txXfrm>
        <a:off x="2770356" y="322612"/>
        <a:ext cx="1509977" cy="1006651"/>
      </dsp:txXfrm>
    </dsp:sp>
    <dsp:sp modelId="{9D2E8F16-74FB-4BD2-93B2-B7184EDC0415}">
      <dsp:nvSpPr>
        <dsp:cNvPr id="0" name=""/>
        <dsp:cNvSpPr/>
      </dsp:nvSpPr>
      <dsp:spPr>
        <a:xfrm>
          <a:off x="4531996" y="322612"/>
          <a:ext cx="2516628" cy="100665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015" tIns="40005" rIns="40005" bIns="40005" numCol="1" spcCol="1270" anchor="ctr" anchorCtr="0">
          <a:noAutofit/>
        </a:bodyPr>
        <a:lstStyle/>
        <a:p>
          <a:pPr marL="0" lvl="0" indent="0" algn="ctr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err="1">
              <a:latin typeface="Aptos Display" panose="02110004020202020204"/>
            </a:rPr>
            <a:t>Тест</a:t>
          </a:r>
          <a:r>
            <a:rPr lang="en-US" sz="3000" kern="1200">
              <a:latin typeface="Aptos Display" panose="02110004020202020204"/>
            </a:rPr>
            <a:t> </a:t>
          </a:r>
          <a:r>
            <a:rPr lang="en-US" sz="3000" kern="1200" err="1">
              <a:latin typeface="Aptos Display" panose="02110004020202020204"/>
            </a:rPr>
            <a:t>подаци</a:t>
          </a:r>
          <a:endParaRPr lang="en-US" sz="3000" kern="1200" err="1"/>
        </a:p>
      </dsp:txBody>
      <dsp:txXfrm>
        <a:off x="5035322" y="322612"/>
        <a:ext cx="1509977" cy="10066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1325F6-2918-4B24-BBB7-6819E4E3BD2A}">
      <dsp:nvSpPr>
        <dsp:cNvPr id="0" name=""/>
        <dsp:cNvSpPr/>
      </dsp:nvSpPr>
      <dsp:spPr>
        <a:xfrm>
          <a:off x="7887" y="624980"/>
          <a:ext cx="1237188" cy="6185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Изворни</a:t>
          </a:r>
          <a:r>
            <a:rPr lang="en-US" sz="1000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</a:t>
          </a:r>
          <a:r>
            <a:rPr lang="en-US" sz="1000" kern="120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код</a:t>
          </a:r>
          <a:endParaRPr lang="en-US" sz="1000" kern="1200">
            <a:solidFill>
              <a:srgbClr val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26005" y="643098"/>
        <a:ext cx="1200952" cy="582358"/>
      </dsp:txXfrm>
    </dsp:sp>
    <dsp:sp modelId="{6CF867F2-28B3-4435-8A7F-4F2FD840E606}">
      <dsp:nvSpPr>
        <dsp:cNvPr id="0" name=""/>
        <dsp:cNvSpPr/>
      </dsp:nvSpPr>
      <dsp:spPr>
        <a:xfrm>
          <a:off x="1245076" y="904483"/>
          <a:ext cx="494875" cy="59589"/>
        </a:xfrm>
        <a:custGeom>
          <a:avLst/>
          <a:gdLst/>
          <a:ahLst/>
          <a:cxnLst/>
          <a:rect l="0" t="0" r="0" b="0"/>
          <a:pathLst>
            <a:path>
              <a:moveTo>
                <a:pt x="0" y="29794"/>
              </a:moveTo>
              <a:lnTo>
                <a:pt x="494875" y="2979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480142" y="921906"/>
        <a:ext cx="24743" cy="24743"/>
      </dsp:txXfrm>
    </dsp:sp>
    <dsp:sp modelId="{DAA6103A-9252-4F54-9F3A-2C1FFC90490D}">
      <dsp:nvSpPr>
        <dsp:cNvPr id="0" name=""/>
        <dsp:cNvSpPr/>
      </dsp:nvSpPr>
      <dsp:spPr>
        <a:xfrm>
          <a:off x="1739951" y="624980"/>
          <a:ext cx="1237188" cy="6185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Лексичка анализа</a:t>
          </a:r>
        </a:p>
      </dsp:txBody>
      <dsp:txXfrm>
        <a:off x="1758069" y="643098"/>
        <a:ext cx="1200952" cy="582358"/>
      </dsp:txXfrm>
    </dsp:sp>
    <dsp:sp modelId="{FFC8857E-1481-40EC-830C-932103253D61}">
      <dsp:nvSpPr>
        <dsp:cNvPr id="0" name=""/>
        <dsp:cNvSpPr/>
      </dsp:nvSpPr>
      <dsp:spPr>
        <a:xfrm>
          <a:off x="2977140" y="904483"/>
          <a:ext cx="494875" cy="59589"/>
        </a:xfrm>
        <a:custGeom>
          <a:avLst/>
          <a:gdLst/>
          <a:ahLst/>
          <a:cxnLst/>
          <a:rect l="0" t="0" r="0" b="0"/>
          <a:pathLst>
            <a:path>
              <a:moveTo>
                <a:pt x="0" y="29794"/>
              </a:moveTo>
              <a:lnTo>
                <a:pt x="494875" y="2979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12205" y="921906"/>
        <a:ext cx="24743" cy="24743"/>
      </dsp:txXfrm>
    </dsp:sp>
    <dsp:sp modelId="{DAE085EC-B9AB-40E8-B20D-9454A67302B8}">
      <dsp:nvSpPr>
        <dsp:cNvPr id="0" name=""/>
        <dsp:cNvSpPr/>
      </dsp:nvSpPr>
      <dsp:spPr>
        <a:xfrm>
          <a:off x="3472015" y="624980"/>
          <a:ext cx="1237188" cy="6185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</a:t>
          </a:r>
          <a:r>
            <a:rPr lang="en-US" sz="1000" kern="120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Синтаксна</a:t>
          </a:r>
          <a:r>
            <a:rPr lang="en-US" sz="1000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</a:t>
          </a:r>
          <a:r>
            <a:rPr lang="en-US" sz="1000" kern="120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анализа</a:t>
          </a:r>
          <a:endParaRPr lang="en-US" sz="1000" kern="1200">
            <a:solidFill>
              <a:srgbClr val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3490133" y="643098"/>
        <a:ext cx="1200952" cy="582358"/>
      </dsp:txXfrm>
    </dsp:sp>
    <dsp:sp modelId="{AC273B7B-A8CF-4A8F-9E7D-F4265922ADC7}">
      <dsp:nvSpPr>
        <dsp:cNvPr id="0" name=""/>
        <dsp:cNvSpPr/>
      </dsp:nvSpPr>
      <dsp:spPr>
        <a:xfrm>
          <a:off x="4709203" y="904483"/>
          <a:ext cx="494875" cy="59589"/>
        </a:xfrm>
        <a:custGeom>
          <a:avLst/>
          <a:gdLst/>
          <a:ahLst/>
          <a:cxnLst/>
          <a:rect l="0" t="0" r="0" b="0"/>
          <a:pathLst>
            <a:path>
              <a:moveTo>
                <a:pt x="0" y="29794"/>
              </a:moveTo>
              <a:lnTo>
                <a:pt x="494875" y="2979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944269" y="921906"/>
        <a:ext cx="24743" cy="24743"/>
      </dsp:txXfrm>
    </dsp:sp>
    <dsp:sp modelId="{327F71C4-33BC-4259-A868-2C1BDC5B2F8D}">
      <dsp:nvSpPr>
        <dsp:cNvPr id="0" name=""/>
        <dsp:cNvSpPr/>
      </dsp:nvSpPr>
      <dsp:spPr>
        <a:xfrm>
          <a:off x="5204079" y="624980"/>
          <a:ext cx="1237188" cy="6185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</a:t>
          </a:r>
          <a:r>
            <a:rPr lang="en-US" sz="1000" kern="120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Семантичка</a:t>
          </a:r>
          <a:r>
            <a:rPr lang="en-US" sz="1000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</a:t>
          </a:r>
          <a:r>
            <a:rPr lang="en-US" sz="1000" kern="120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анализа</a:t>
          </a:r>
          <a:endParaRPr lang="en-US" sz="1000" kern="1200">
            <a:solidFill>
              <a:srgbClr val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5222197" y="643098"/>
        <a:ext cx="1200952" cy="582358"/>
      </dsp:txXfrm>
    </dsp:sp>
    <dsp:sp modelId="{E5A4CC41-777E-454A-9B4A-9558929900C6}">
      <dsp:nvSpPr>
        <dsp:cNvPr id="0" name=""/>
        <dsp:cNvSpPr/>
      </dsp:nvSpPr>
      <dsp:spPr>
        <a:xfrm>
          <a:off x="6441267" y="904483"/>
          <a:ext cx="494875" cy="59589"/>
        </a:xfrm>
        <a:custGeom>
          <a:avLst/>
          <a:gdLst/>
          <a:ahLst/>
          <a:cxnLst/>
          <a:rect l="0" t="0" r="0" b="0"/>
          <a:pathLst>
            <a:path>
              <a:moveTo>
                <a:pt x="0" y="29794"/>
              </a:moveTo>
              <a:lnTo>
                <a:pt x="494875" y="2979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676333" y="921906"/>
        <a:ext cx="24743" cy="24743"/>
      </dsp:txXfrm>
    </dsp:sp>
    <dsp:sp modelId="{46EE7FAF-C852-4FA7-80AF-7D7257F26041}">
      <dsp:nvSpPr>
        <dsp:cNvPr id="0" name=""/>
        <dsp:cNvSpPr/>
      </dsp:nvSpPr>
      <dsp:spPr>
        <a:xfrm>
          <a:off x="6936143" y="624980"/>
          <a:ext cx="1237188" cy="6185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Спуштање на међурепрезентацију</a:t>
          </a:r>
        </a:p>
      </dsp:txBody>
      <dsp:txXfrm>
        <a:off x="6954261" y="643098"/>
        <a:ext cx="1200952" cy="582358"/>
      </dsp:txXfrm>
    </dsp:sp>
    <dsp:sp modelId="{180787EB-20F5-43F3-AA78-4C5E3A339113}">
      <dsp:nvSpPr>
        <dsp:cNvPr id="0" name=""/>
        <dsp:cNvSpPr/>
      </dsp:nvSpPr>
      <dsp:spPr>
        <a:xfrm rot="19457599">
          <a:off x="8116048" y="726637"/>
          <a:ext cx="609440" cy="59589"/>
        </a:xfrm>
        <a:custGeom>
          <a:avLst/>
          <a:gdLst/>
          <a:ahLst/>
          <a:cxnLst/>
          <a:rect l="0" t="0" r="0" b="0"/>
          <a:pathLst>
            <a:path>
              <a:moveTo>
                <a:pt x="0" y="29794"/>
              </a:moveTo>
              <a:lnTo>
                <a:pt x="609440" y="2979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405533" y="741196"/>
        <a:ext cx="30472" cy="30472"/>
      </dsp:txXfrm>
    </dsp:sp>
    <dsp:sp modelId="{E9962210-1E17-4A70-86D4-16ABC1A563EA}">
      <dsp:nvSpPr>
        <dsp:cNvPr id="0" name=""/>
        <dsp:cNvSpPr/>
      </dsp:nvSpPr>
      <dsp:spPr>
        <a:xfrm>
          <a:off x="8668206" y="269289"/>
          <a:ext cx="1237188" cy="6185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Модул</a:t>
          </a:r>
        </a:p>
      </dsp:txBody>
      <dsp:txXfrm>
        <a:off x="8686324" y="287407"/>
        <a:ext cx="1200952" cy="582358"/>
      </dsp:txXfrm>
    </dsp:sp>
    <dsp:sp modelId="{45CD903C-A6E9-47AD-88F9-BA8A4D356CB8}">
      <dsp:nvSpPr>
        <dsp:cNvPr id="0" name=""/>
        <dsp:cNvSpPr/>
      </dsp:nvSpPr>
      <dsp:spPr>
        <a:xfrm rot="2142401">
          <a:off x="8116048" y="1082328"/>
          <a:ext cx="609440" cy="59589"/>
        </a:xfrm>
        <a:custGeom>
          <a:avLst/>
          <a:gdLst/>
          <a:ahLst/>
          <a:cxnLst/>
          <a:rect l="0" t="0" r="0" b="0"/>
          <a:pathLst>
            <a:path>
              <a:moveTo>
                <a:pt x="0" y="29794"/>
              </a:moveTo>
              <a:lnTo>
                <a:pt x="609440" y="2979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405533" y="1096887"/>
        <a:ext cx="30472" cy="30472"/>
      </dsp:txXfrm>
    </dsp:sp>
    <dsp:sp modelId="{CF91644A-6E7F-4DB1-8927-09708FC8A5FF}">
      <dsp:nvSpPr>
        <dsp:cNvPr id="0" name=""/>
        <dsp:cNvSpPr/>
      </dsp:nvSpPr>
      <dsp:spPr>
        <a:xfrm>
          <a:off x="8668206" y="980672"/>
          <a:ext cx="1237188" cy="6185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Генератор</a:t>
          </a:r>
        </a:p>
      </dsp:txBody>
      <dsp:txXfrm>
        <a:off x="8686324" y="998790"/>
        <a:ext cx="1200952" cy="582358"/>
      </dsp:txXfrm>
    </dsp:sp>
    <dsp:sp modelId="{A22ED9AE-8716-4F92-B8B8-40231F854230}">
      <dsp:nvSpPr>
        <dsp:cNvPr id="0" name=""/>
        <dsp:cNvSpPr/>
      </dsp:nvSpPr>
      <dsp:spPr>
        <a:xfrm>
          <a:off x="9905395" y="1260174"/>
          <a:ext cx="494875" cy="59589"/>
        </a:xfrm>
        <a:custGeom>
          <a:avLst/>
          <a:gdLst/>
          <a:ahLst/>
          <a:cxnLst/>
          <a:rect l="0" t="0" r="0" b="0"/>
          <a:pathLst>
            <a:path>
              <a:moveTo>
                <a:pt x="0" y="29794"/>
              </a:moveTo>
              <a:lnTo>
                <a:pt x="494875" y="2979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0140461" y="1277597"/>
        <a:ext cx="24743" cy="24743"/>
      </dsp:txXfrm>
    </dsp:sp>
    <dsp:sp modelId="{E9DE0C32-5A55-4593-9566-F86AD47A71FE}">
      <dsp:nvSpPr>
        <dsp:cNvPr id="0" name=""/>
        <dsp:cNvSpPr/>
      </dsp:nvSpPr>
      <dsp:spPr>
        <a:xfrm>
          <a:off x="10400270" y="980672"/>
          <a:ext cx="1237188" cy="6185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Тест подаци</a:t>
          </a:r>
        </a:p>
      </dsp:txBody>
      <dsp:txXfrm>
        <a:off x="10418388" y="998790"/>
        <a:ext cx="1200952" cy="5823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798BE1-1731-4066-B8B4-0A26CEFB5552}">
      <dsp:nvSpPr>
        <dsp:cNvPr id="0" name=""/>
        <dsp:cNvSpPr/>
      </dsp:nvSpPr>
      <dsp:spPr>
        <a:xfrm>
          <a:off x="1275289" y="651439"/>
          <a:ext cx="1131352" cy="5656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1" kern="1200">
              <a:solidFill>
                <a:srgbClr val="FFFFFF"/>
              </a:solidFill>
              <a:latin typeface="Aptos"/>
              <a:ea typeface="+mn-ea"/>
              <a:cs typeface="+mn-cs"/>
            </a:rPr>
            <a:t>Едитор</a:t>
          </a:r>
        </a:p>
      </dsp:txBody>
      <dsp:txXfrm>
        <a:off x="1291857" y="668007"/>
        <a:ext cx="1098216" cy="532540"/>
      </dsp:txXfrm>
    </dsp:sp>
    <dsp:sp modelId="{3E050590-F50E-4052-8376-3D80D1A25448}">
      <dsp:nvSpPr>
        <dsp:cNvPr id="0" name=""/>
        <dsp:cNvSpPr/>
      </dsp:nvSpPr>
      <dsp:spPr>
        <a:xfrm>
          <a:off x="2406641" y="907031"/>
          <a:ext cx="452540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452540" y="2724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21598" y="922964"/>
        <a:ext cx="22627" cy="22627"/>
      </dsp:txXfrm>
    </dsp:sp>
    <dsp:sp modelId="{6A4A1D7C-7F73-48C1-8640-12EFE6A2F463}">
      <dsp:nvSpPr>
        <dsp:cNvPr id="0" name=""/>
        <dsp:cNvSpPr/>
      </dsp:nvSpPr>
      <dsp:spPr>
        <a:xfrm>
          <a:off x="2859182" y="651439"/>
          <a:ext cx="1131352" cy="5656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1" kern="1200">
              <a:solidFill>
                <a:srgbClr val="FFFFFF"/>
              </a:solidFill>
              <a:latin typeface="Aptos"/>
              <a:ea typeface="+mn-ea"/>
              <a:cs typeface="+mn-cs"/>
            </a:rPr>
            <a:t>LSP</a:t>
          </a:r>
        </a:p>
      </dsp:txBody>
      <dsp:txXfrm>
        <a:off x="2875750" y="668007"/>
        <a:ext cx="1098216" cy="532540"/>
      </dsp:txXfrm>
    </dsp:sp>
    <dsp:sp modelId="{1532918A-F3A9-4261-B5A0-A96AE52E3EF4}">
      <dsp:nvSpPr>
        <dsp:cNvPr id="0" name=""/>
        <dsp:cNvSpPr/>
      </dsp:nvSpPr>
      <dsp:spPr>
        <a:xfrm rot="18289469">
          <a:off x="3820579" y="581768"/>
          <a:ext cx="792451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792451" y="2724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96993" y="589202"/>
        <a:ext cx="39622" cy="39622"/>
      </dsp:txXfrm>
    </dsp:sp>
    <dsp:sp modelId="{36F3D198-FA5F-4268-94CD-16E0918AAF02}">
      <dsp:nvSpPr>
        <dsp:cNvPr id="0" name=""/>
        <dsp:cNvSpPr/>
      </dsp:nvSpPr>
      <dsp:spPr>
        <a:xfrm>
          <a:off x="4443075" y="912"/>
          <a:ext cx="1131352" cy="5656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1" kern="1200">
              <a:solidFill>
                <a:srgbClr val="FFFFFF"/>
              </a:solidFill>
              <a:latin typeface="Aptos"/>
              <a:ea typeface="+mn-ea"/>
              <a:cs typeface="+mn-cs"/>
            </a:rPr>
            <a:t>Лексичка анализа</a:t>
          </a:r>
        </a:p>
      </dsp:txBody>
      <dsp:txXfrm>
        <a:off x="4459643" y="17480"/>
        <a:ext cx="1098216" cy="532540"/>
      </dsp:txXfrm>
    </dsp:sp>
    <dsp:sp modelId="{0C621868-C7AA-45ED-89ED-CE07C89E3863}">
      <dsp:nvSpPr>
        <dsp:cNvPr id="0" name=""/>
        <dsp:cNvSpPr/>
      </dsp:nvSpPr>
      <dsp:spPr>
        <a:xfrm>
          <a:off x="3990534" y="907031"/>
          <a:ext cx="452540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452540" y="2724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205491" y="922964"/>
        <a:ext cx="22627" cy="22627"/>
      </dsp:txXfrm>
    </dsp:sp>
    <dsp:sp modelId="{781448B2-EE3C-44EF-A69C-1B801B390CF4}">
      <dsp:nvSpPr>
        <dsp:cNvPr id="0" name=""/>
        <dsp:cNvSpPr/>
      </dsp:nvSpPr>
      <dsp:spPr>
        <a:xfrm>
          <a:off x="4443075" y="651439"/>
          <a:ext cx="1131352" cy="5656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1" kern="1200" err="1">
              <a:solidFill>
                <a:srgbClr val="FFFFFF"/>
              </a:solidFill>
              <a:latin typeface="Aptos"/>
              <a:ea typeface="+mn-ea"/>
              <a:cs typeface="+mn-cs"/>
            </a:rPr>
            <a:t>Синтаксна</a:t>
          </a:r>
          <a:r>
            <a:rPr lang="en-US" sz="1400" i="1" kern="1200">
              <a:solidFill>
                <a:srgbClr val="FFFFFF"/>
              </a:solidFill>
              <a:latin typeface="Aptos"/>
              <a:ea typeface="+mn-ea"/>
              <a:cs typeface="+mn-cs"/>
            </a:rPr>
            <a:t> </a:t>
          </a:r>
          <a:r>
            <a:rPr lang="en-US" sz="1400" i="1" kern="1200" err="1">
              <a:solidFill>
                <a:srgbClr val="FFFFFF"/>
              </a:solidFill>
              <a:latin typeface="Aptos"/>
              <a:ea typeface="+mn-ea"/>
              <a:cs typeface="+mn-cs"/>
            </a:rPr>
            <a:t>анализа</a:t>
          </a:r>
        </a:p>
      </dsp:txBody>
      <dsp:txXfrm>
        <a:off x="4459643" y="668007"/>
        <a:ext cx="1098216" cy="532540"/>
      </dsp:txXfrm>
    </dsp:sp>
    <dsp:sp modelId="{E0560AC9-8C9D-4368-90E8-82A93FF8F55A}">
      <dsp:nvSpPr>
        <dsp:cNvPr id="0" name=""/>
        <dsp:cNvSpPr/>
      </dsp:nvSpPr>
      <dsp:spPr>
        <a:xfrm rot="3310531">
          <a:off x="3820579" y="1232295"/>
          <a:ext cx="792451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792451" y="2724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96993" y="1239730"/>
        <a:ext cx="39622" cy="39622"/>
      </dsp:txXfrm>
    </dsp:sp>
    <dsp:sp modelId="{02560CD1-C3B2-49BE-93A4-1B0E7394B476}">
      <dsp:nvSpPr>
        <dsp:cNvPr id="0" name=""/>
        <dsp:cNvSpPr/>
      </dsp:nvSpPr>
      <dsp:spPr>
        <a:xfrm>
          <a:off x="4443075" y="1301967"/>
          <a:ext cx="1131352" cy="5656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1" kern="1200">
              <a:solidFill>
                <a:srgbClr val="FFFFFF"/>
              </a:solidFill>
              <a:latin typeface="Aptos"/>
              <a:ea typeface="+mn-ea"/>
              <a:cs typeface="+mn-cs"/>
            </a:rPr>
            <a:t>Семантичка анализа</a:t>
          </a:r>
        </a:p>
      </dsp:txBody>
      <dsp:txXfrm>
        <a:off x="4459643" y="1318535"/>
        <a:ext cx="1098216" cy="5325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13" Type="http://schemas.microsoft.com/office/2007/relationships/diagramDrawing" Target="../diagrams/drawing3.xml"/><Relationship Id="rId1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diagramColors" Target="../diagrams/colors2.xml"/><Relationship Id="rId12" Type="http://schemas.openxmlformats.org/officeDocument/2006/relationships/diagramColors" Target="../diagrams/colors3.xml"/><Relationship Id="rId17" Type="http://schemas.openxmlformats.org/officeDocument/2006/relationships/image" Target="../media/image8.png"/><Relationship Id="rId2" Type="http://schemas.openxmlformats.org/officeDocument/2006/relationships/image" Target="../media/image2.png"/><Relationship Id="rId16" Type="http://schemas.openxmlformats.org/officeDocument/2006/relationships/image" Target="../media/image7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11" Type="http://schemas.openxmlformats.org/officeDocument/2006/relationships/diagramQuickStyle" Target="../diagrams/quickStyle3.xml"/><Relationship Id="rId5" Type="http://schemas.openxmlformats.org/officeDocument/2006/relationships/diagramLayout" Target="../diagrams/layout2.xml"/><Relationship Id="rId15" Type="http://schemas.openxmlformats.org/officeDocument/2006/relationships/image" Target="../media/image6.png"/><Relationship Id="rId10" Type="http://schemas.openxmlformats.org/officeDocument/2006/relationships/diagramLayout" Target="../diagrams/layout3.xml"/><Relationship Id="rId19" Type="http://schemas.openxmlformats.org/officeDocument/2006/relationships/image" Target="../media/image10.png"/><Relationship Id="rId4" Type="http://schemas.openxmlformats.org/officeDocument/2006/relationships/diagramData" Target="../diagrams/data2.xml"/><Relationship Id="rId9" Type="http://schemas.openxmlformats.org/officeDocument/2006/relationships/diagramData" Target="../diagrams/data3.xml"/><Relationship Id="rId1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76890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>
                <a:latin typeface="Bookman Old Style"/>
              </a:rPr>
              <a:t>DSL и LSP </a:t>
            </a:r>
            <a:r>
              <a:rPr lang="en-US" err="1">
                <a:latin typeface="Bookman Old Style"/>
              </a:rPr>
              <a:t>за</a:t>
            </a:r>
            <a:r>
              <a:rPr lang="en-US">
                <a:latin typeface="Bookman Old Style"/>
              </a:rPr>
              <a:t> </a:t>
            </a:r>
            <a:r>
              <a:rPr lang="en-US" err="1">
                <a:latin typeface="Bookman Old Style"/>
              </a:rPr>
              <a:t>генерисање</a:t>
            </a:r>
            <a:r>
              <a:rPr lang="en-US">
                <a:latin typeface="Bookman Old Style"/>
              </a:rPr>
              <a:t> </a:t>
            </a:r>
            <a:r>
              <a:rPr lang="en-US" err="1">
                <a:latin typeface="Bookman Old Style"/>
              </a:rPr>
              <a:t>тест</a:t>
            </a:r>
            <a:r>
              <a:rPr lang="en-US">
                <a:latin typeface="Bookman Old Style"/>
              </a:rPr>
              <a:t> </a:t>
            </a:r>
            <a:r>
              <a:rPr lang="en-US" err="1">
                <a:latin typeface="Bookman Old Style"/>
              </a:rPr>
              <a:t>података</a:t>
            </a:r>
            <a:endParaRPr lang="en-US">
              <a:latin typeface="Bookman Old Style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587250"/>
            <a:ext cx="9144000" cy="8937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err="1">
                <a:latin typeface="Bookman Old Style"/>
              </a:rPr>
              <a:t>Кандидат</a:t>
            </a:r>
            <a:r>
              <a:rPr lang="en-US">
                <a:latin typeface="Bookman Old Style"/>
              </a:rPr>
              <a:t>: </a:t>
            </a:r>
            <a:r>
              <a:rPr lang="en-US" err="1">
                <a:latin typeface="Bookman Old Style"/>
              </a:rPr>
              <a:t>Лазар</a:t>
            </a:r>
            <a:r>
              <a:rPr lang="en-US">
                <a:latin typeface="Bookman Old Style"/>
              </a:rPr>
              <a:t> </a:t>
            </a:r>
            <a:r>
              <a:rPr lang="en-US" err="1">
                <a:latin typeface="Bookman Old Style"/>
              </a:rPr>
              <a:t>Нагулов</a:t>
            </a:r>
            <a:r>
              <a:rPr lang="en-US">
                <a:latin typeface="Bookman Old Style"/>
              </a:rPr>
              <a:t> SV61/2022</a:t>
            </a:r>
          </a:p>
          <a:p>
            <a:r>
              <a:rPr lang="en-US" err="1">
                <a:latin typeface="Bookman Old Style"/>
              </a:rPr>
              <a:t>Ментор</a:t>
            </a:r>
            <a:r>
              <a:rPr lang="en-US">
                <a:latin typeface="Bookman Old Style"/>
              </a:rPr>
              <a:t>: </a:t>
            </a:r>
            <a:r>
              <a:rPr lang="en-US" err="1">
                <a:latin typeface="Bookman Old Style"/>
              </a:rPr>
              <a:t>др</a:t>
            </a:r>
            <a:r>
              <a:rPr lang="en-US">
                <a:latin typeface="Bookman Old Style"/>
              </a:rPr>
              <a:t> </a:t>
            </a:r>
            <a:r>
              <a:rPr lang="en-US" err="1">
                <a:latin typeface="Bookman Old Style"/>
              </a:rPr>
              <a:t>Игор</a:t>
            </a:r>
            <a:r>
              <a:rPr lang="en-US">
                <a:latin typeface="Bookman Old Style"/>
              </a:rPr>
              <a:t> </a:t>
            </a:r>
            <a:r>
              <a:rPr lang="en-US" err="1">
                <a:latin typeface="Bookman Old Style"/>
              </a:rPr>
              <a:t>Дејановић</a:t>
            </a:r>
            <a:endParaRPr lang="en-US">
              <a:latin typeface="Bookman Old Style"/>
            </a:endParaRPr>
          </a:p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8655615-BC0B-5894-3892-A027DE0E8365}"/>
              </a:ext>
            </a:extLst>
          </p:cNvPr>
          <p:cNvGrpSpPr/>
          <p:nvPr/>
        </p:nvGrpSpPr>
        <p:grpSpPr>
          <a:xfrm>
            <a:off x="2654" y="3583"/>
            <a:ext cx="12181516" cy="1673163"/>
            <a:chOff x="2654" y="3583"/>
            <a:chExt cx="12181516" cy="186558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DA3B7D7-8889-26E0-4A45-59DA5C6D319A}"/>
                </a:ext>
              </a:extLst>
            </p:cNvPr>
            <p:cNvSpPr/>
            <p:nvPr/>
          </p:nvSpPr>
          <p:spPr>
            <a:xfrm>
              <a:off x="2654" y="3583"/>
              <a:ext cx="12181516" cy="186558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>
                  <a:latin typeface="Bookman Old Style"/>
                </a:rPr>
                <a:t>Универзитет у Новом Саду</a:t>
              </a:r>
            </a:p>
            <a:p>
              <a:pPr algn="ctr"/>
              <a:r>
                <a:rPr lang="en-US" sz="3200">
                  <a:latin typeface="Bookman Old Style"/>
                </a:rPr>
                <a:t>Факултет техничких наука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60B613F-A259-C53E-C5E9-28335744D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120812" y="238606"/>
              <a:ext cx="1405528" cy="1393152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ECCF18E-A58C-EF67-0155-D7FA6EAFF6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87457" y="109682"/>
              <a:ext cx="1515630" cy="16433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DDEE1-8F72-1984-7F02-53C21D2EA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958" y="2375601"/>
            <a:ext cx="6723118" cy="21007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latin typeface="Bookman Old Style"/>
              </a:rPr>
              <a:t>Циљ система:</a:t>
            </a:r>
          </a:p>
          <a:p>
            <a:r>
              <a:rPr lang="en-US">
                <a:latin typeface="Bookman Old Style"/>
                <a:ea typeface="+mn-lt"/>
                <a:cs typeface="+mn-lt"/>
              </a:rPr>
              <a:t>DSL за декларативно дефинисање тест података</a:t>
            </a:r>
          </a:p>
          <a:p>
            <a:r>
              <a:rPr lang="en-US" i="1">
                <a:latin typeface="Bookman Old Style"/>
                <a:ea typeface="+mn-lt"/>
                <a:cs typeface="+mn-lt"/>
              </a:rPr>
              <a:t>Language Server Protocol</a:t>
            </a:r>
            <a:r>
              <a:rPr lang="en-US">
                <a:latin typeface="Bookman Old Style"/>
                <a:ea typeface="+mn-lt"/>
                <a:cs typeface="+mn-lt"/>
              </a:rPr>
              <a:t> подршка</a:t>
            </a:r>
            <a:endParaRPr lang="en-US">
              <a:latin typeface="Bookman Old Style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DE46887-E3E0-8FD6-03F0-3831B2C30514}"/>
              </a:ext>
            </a:extLst>
          </p:cNvPr>
          <p:cNvGrpSpPr/>
          <p:nvPr/>
        </p:nvGrpSpPr>
        <p:grpSpPr>
          <a:xfrm>
            <a:off x="10351" y="-664"/>
            <a:ext cx="12181516" cy="1673163"/>
            <a:chOff x="2654" y="3583"/>
            <a:chExt cx="12181516" cy="186558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1CFC6D0-07D7-B328-F271-DC762BE61F7B}"/>
                </a:ext>
              </a:extLst>
            </p:cNvPr>
            <p:cNvSpPr/>
            <p:nvPr/>
          </p:nvSpPr>
          <p:spPr>
            <a:xfrm>
              <a:off x="2654" y="3583"/>
              <a:ext cx="12181516" cy="186558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>
                  <a:latin typeface="Bookman Old Style"/>
                </a:rPr>
                <a:t>Универзитет у Новом Саду</a:t>
              </a:r>
            </a:p>
            <a:p>
              <a:pPr algn="ctr"/>
              <a:r>
                <a:rPr lang="en-US" sz="3200">
                  <a:latin typeface="Bookman Old Style"/>
                </a:rPr>
                <a:t>Факултет техничких наука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9EBC7A4-62A9-B809-3675-40079D40A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120812" y="238606"/>
              <a:ext cx="1405528" cy="1393152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1C46116-94DF-5276-05C1-7F684DA340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87457" y="109682"/>
              <a:ext cx="1515630" cy="1643304"/>
            </a:xfrm>
            <a:prstGeom prst="rect">
              <a:avLst/>
            </a:prstGeom>
          </p:spPr>
        </p:pic>
      </p:grp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59290FA3-4D03-7BC8-6A2D-A6E87C9DEF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7055393"/>
              </p:ext>
            </p:extLst>
          </p:nvPr>
        </p:nvGraphicFramePr>
        <p:xfrm>
          <a:off x="551794" y="4639442"/>
          <a:ext cx="7050690" cy="16518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62" name="Graphic 161">
            <a:extLst>
              <a:ext uri="{FF2B5EF4-FFF2-40B4-BE49-F238E27FC236}">
                <a16:creationId xmlns:a16="http://schemas.microsoft.com/office/drawing/2014/main" id="{EBE076AA-6605-1AA9-06CF-E24321E994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32111" y="1914635"/>
            <a:ext cx="4120055" cy="3168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419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48FEB2F-28DE-B7CE-B305-BBFA843F67E3}"/>
              </a:ext>
            </a:extLst>
          </p:cNvPr>
          <p:cNvGrpSpPr/>
          <p:nvPr/>
        </p:nvGrpSpPr>
        <p:grpSpPr>
          <a:xfrm>
            <a:off x="10351" y="-664"/>
            <a:ext cx="12181516" cy="1673163"/>
            <a:chOff x="2654" y="3583"/>
            <a:chExt cx="12181516" cy="186558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4F9314F-57CC-F14A-8FD8-19865EF8EA5F}"/>
                </a:ext>
              </a:extLst>
            </p:cNvPr>
            <p:cNvSpPr/>
            <p:nvPr/>
          </p:nvSpPr>
          <p:spPr>
            <a:xfrm>
              <a:off x="2654" y="3583"/>
              <a:ext cx="12181516" cy="186558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>
                  <a:latin typeface="Bookman Old Style"/>
                </a:rPr>
                <a:t>Универзитет у Новом Саду</a:t>
              </a:r>
            </a:p>
            <a:p>
              <a:pPr algn="ctr"/>
              <a:r>
                <a:rPr lang="en-US" sz="3200">
                  <a:latin typeface="Bookman Old Style"/>
                </a:rPr>
                <a:t>Факултет техничких наука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94CD77E-756D-F80B-3EF3-10633E9F47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120812" y="238606"/>
              <a:ext cx="1405528" cy="1393152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673231C-BD6B-AD4E-C848-763BD20972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87457" y="109682"/>
              <a:ext cx="1515630" cy="1643304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935C42A7-B9CE-C588-DD13-F69B91EFD0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18" y="2526862"/>
            <a:ext cx="4019550" cy="3048000"/>
          </a:xfrm>
          <a:prstGeom prst="rect">
            <a:avLst/>
          </a:prstGeom>
        </p:spPr>
      </p:pic>
      <p:sp>
        <p:nvSpPr>
          <p:cNvPr id="94" name="Arrow: Left 93">
            <a:extLst>
              <a:ext uri="{FF2B5EF4-FFF2-40B4-BE49-F238E27FC236}">
                <a16:creationId xmlns:a16="http://schemas.microsoft.com/office/drawing/2014/main" id="{4A4CB384-A481-4F2A-0828-C801F1EECD76}"/>
              </a:ext>
            </a:extLst>
          </p:cNvPr>
          <p:cNvSpPr/>
          <p:nvPr/>
        </p:nvSpPr>
        <p:spPr>
          <a:xfrm>
            <a:off x="3032605" y="2529516"/>
            <a:ext cx="8736724" cy="49924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err="1"/>
              <a:t>Структура</a:t>
            </a:r>
            <a:r>
              <a:rPr lang="en-US"/>
              <a:t> </a:t>
            </a:r>
            <a:r>
              <a:rPr lang="en-US" err="1"/>
              <a:t>податка</a:t>
            </a:r>
          </a:p>
        </p:txBody>
      </p:sp>
      <p:sp>
        <p:nvSpPr>
          <p:cNvPr id="95" name="Arrow: Left 94">
            <a:extLst>
              <a:ext uri="{FF2B5EF4-FFF2-40B4-BE49-F238E27FC236}">
                <a16:creationId xmlns:a16="http://schemas.microsoft.com/office/drawing/2014/main" id="{21F6FF48-66DD-B75A-ED1A-3F12643B7F4C}"/>
              </a:ext>
            </a:extLst>
          </p:cNvPr>
          <p:cNvSpPr/>
          <p:nvPr/>
        </p:nvSpPr>
        <p:spPr>
          <a:xfrm>
            <a:off x="3459653" y="3805619"/>
            <a:ext cx="8307552" cy="49924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err="1"/>
              <a:t>Ограничење</a:t>
            </a:r>
            <a:r>
              <a:rPr lang="en-US"/>
              <a:t> </a:t>
            </a:r>
            <a:r>
              <a:rPr lang="en-US" err="1"/>
              <a:t>вредности</a:t>
            </a:r>
          </a:p>
        </p:txBody>
      </p:sp>
      <p:sp>
        <p:nvSpPr>
          <p:cNvPr id="96" name="Arrow: Left 95">
            <a:extLst>
              <a:ext uri="{FF2B5EF4-FFF2-40B4-BE49-F238E27FC236}">
                <a16:creationId xmlns:a16="http://schemas.microsoft.com/office/drawing/2014/main" id="{8901B4D1-71DA-24F7-C944-9088989BE0D0}"/>
              </a:ext>
            </a:extLst>
          </p:cNvPr>
          <p:cNvSpPr/>
          <p:nvPr/>
        </p:nvSpPr>
        <p:spPr>
          <a:xfrm>
            <a:off x="2706411" y="4059618"/>
            <a:ext cx="8307552" cy="49924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err="1"/>
              <a:t>Референца</a:t>
            </a:r>
          </a:p>
        </p:txBody>
      </p:sp>
      <p:sp>
        <p:nvSpPr>
          <p:cNvPr id="97" name="Arrow: Left 96">
            <a:extLst>
              <a:ext uri="{FF2B5EF4-FFF2-40B4-BE49-F238E27FC236}">
                <a16:creationId xmlns:a16="http://schemas.microsoft.com/office/drawing/2014/main" id="{C06D05F1-DE82-5385-7019-22A1F16DC41D}"/>
              </a:ext>
            </a:extLst>
          </p:cNvPr>
          <p:cNvSpPr/>
          <p:nvPr/>
        </p:nvSpPr>
        <p:spPr>
          <a:xfrm>
            <a:off x="3266962" y="4970515"/>
            <a:ext cx="8307552" cy="49924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err="1"/>
              <a:t>Генерисање</a:t>
            </a:r>
          </a:p>
        </p:txBody>
      </p:sp>
    </p:spTree>
    <p:extLst>
      <p:ext uri="{BB962C8B-B14F-4D97-AF65-F5344CB8AC3E}">
        <p14:creationId xmlns:p14="http://schemas.microsoft.com/office/powerpoint/2010/main" val="297058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 animBg="1"/>
      <p:bldP spid="95" grpId="0" animBg="1"/>
      <p:bldP spid="96" grpId="0" animBg="1"/>
      <p:bldP spid="9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CEC35BF-824C-83E1-F469-35BBDE524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5154" y="94492"/>
            <a:ext cx="1515630" cy="1473808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5CCC57FB-6E79-06AA-1E5E-F684B12B031D}"/>
              </a:ext>
            </a:extLst>
          </p:cNvPr>
          <p:cNvGrpSpPr/>
          <p:nvPr/>
        </p:nvGrpSpPr>
        <p:grpSpPr>
          <a:xfrm>
            <a:off x="10351" y="-664"/>
            <a:ext cx="12181516" cy="1673163"/>
            <a:chOff x="2654" y="3583"/>
            <a:chExt cx="12181516" cy="186558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958B568-A223-4E91-2A11-1541A3843CE8}"/>
                </a:ext>
              </a:extLst>
            </p:cNvPr>
            <p:cNvSpPr/>
            <p:nvPr/>
          </p:nvSpPr>
          <p:spPr>
            <a:xfrm>
              <a:off x="2654" y="3583"/>
              <a:ext cx="12181516" cy="186558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>
                  <a:latin typeface="Bookman Old Style"/>
                </a:rPr>
                <a:t>Универзитет у Новом Саду</a:t>
              </a:r>
            </a:p>
            <a:p>
              <a:pPr algn="ctr"/>
              <a:r>
                <a:rPr lang="en-US" sz="3200">
                  <a:latin typeface="Bookman Old Style"/>
                </a:rPr>
                <a:t>Факултет техничких наука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69C42E4-083C-6E17-14F3-FBC3A2E93B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120812" y="238606"/>
              <a:ext cx="1405528" cy="1393152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EB59F38-222E-BEE8-8840-CDCDDCAD2C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87457" y="109682"/>
              <a:ext cx="1515630" cy="1643304"/>
            </a:xfrm>
            <a:prstGeom prst="rect">
              <a:avLst/>
            </a:prstGeom>
          </p:spPr>
        </p:pic>
      </p:grpSp>
      <p:graphicFrame>
        <p:nvGraphicFramePr>
          <p:cNvPr id="1009" name="Diagram 1008">
            <a:extLst>
              <a:ext uri="{FF2B5EF4-FFF2-40B4-BE49-F238E27FC236}">
                <a16:creationId xmlns:a16="http://schemas.microsoft.com/office/drawing/2014/main" id="{A8F3DAF7-D2D5-322A-246A-C8959618AD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1413871"/>
              </p:ext>
            </p:extLst>
          </p:nvPr>
        </p:nvGraphicFramePr>
        <p:xfrm>
          <a:off x="273327" y="2784614"/>
          <a:ext cx="11645347" cy="18685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416" name="Content Placeholder 2">
            <a:extLst>
              <a:ext uri="{FF2B5EF4-FFF2-40B4-BE49-F238E27FC236}">
                <a16:creationId xmlns:a16="http://schemas.microsoft.com/office/drawing/2014/main" id="{B1EC557F-E60D-13C1-49B3-2A71CE62B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610" y="1845513"/>
            <a:ext cx="4064401" cy="12393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err="1">
                <a:latin typeface="Bookman Old Style"/>
              </a:rPr>
              <a:t>Архитектура</a:t>
            </a:r>
            <a:r>
              <a:rPr lang="en-US">
                <a:latin typeface="Bookman Old Style"/>
              </a:rPr>
              <a:t> </a:t>
            </a:r>
            <a:r>
              <a:rPr lang="en-US" err="1">
                <a:latin typeface="Bookman Old Style"/>
              </a:rPr>
              <a:t>система</a:t>
            </a:r>
          </a:p>
          <a:p>
            <a:pPr marL="285750" indent="-285750"/>
            <a:r>
              <a:rPr lang="en-US" sz="1800" err="1">
                <a:latin typeface="Bookman Old Style"/>
              </a:rPr>
              <a:t>Преводилац</a:t>
            </a:r>
          </a:p>
        </p:txBody>
      </p:sp>
      <p:sp>
        <p:nvSpPr>
          <p:cNvPr id="3080" name="Content Placeholder 2">
            <a:extLst>
              <a:ext uri="{FF2B5EF4-FFF2-40B4-BE49-F238E27FC236}">
                <a16:creationId xmlns:a16="http://schemas.microsoft.com/office/drawing/2014/main" id="{071C4850-BE49-2BB2-809E-72D9634D5ACD}"/>
              </a:ext>
            </a:extLst>
          </p:cNvPr>
          <p:cNvSpPr txBox="1">
            <a:spLocks/>
          </p:cNvSpPr>
          <p:nvPr/>
        </p:nvSpPr>
        <p:spPr>
          <a:xfrm>
            <a:off x="123610" y="4471102"/>
            <a:ext cx="6723118" cy="3613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800">
                <a:latin typeface="Bookman Old Style"/>
              </a:rPr>
              <a:t>LSP</a:t>
            </a:r>
          </a:p>
        </p:txBody>
      </p:sp>
      <p:graphicFrame>
        <p:nvGraphicFramePr>
          <p:cNvPr id="3530" name="Diagram 3529">
            <a:extLst>
              <a:ext uri="{FF2B5EF4-FFF2-40B4-BE49-F238E27FC236}">
                <a16:creationId xmlns:a16="http://schemas.microsoft.com/office/drawing/2014/main" id="{83EE3D36-487B-FFF8-F8B0-38331EDB97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4290798"/>
              </p:ext>
            </p:extLst>
          </p:nvPr>
        </p:nvGraphicFramePr>
        <p:xfrm>
          <a:off x="-985630" y="4656483"/>
          <a:ext cx="6849717" cy="18685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4106" name="Picture 4105">
            <a:extLst>
              <a:ext uri="{FF2B5EF4-FFF2-40B4-BE49-F238E27FC236}">
                <a16:creationId xmlns:a16="http://schemas.microsoft.com/office/drawing/2014/main" id="{99626D32-4896-D4CD-AB30-CF70C2F2954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5056" y="2647121"/>
            <a:ext cx="776909" cy="785192"/>
          </a:xfrm>
          <a:prstGeom prst="rect">
            <a:avLst/>
          </a:prstGeom>
        </p:spPr>
      </p:pic>
      <p:pic>
        <p:nvPicPr>
          <p:cNvPr id="4107" name="Picture 4106">
            <a:extLst>
              <a:ext uri="{FF2B5EF4-FFF2-40B4-BE49-F238E27FC236}">
                <a16:creationId xmlns:a16="http://schemas.microsoft.com/office/drawing/2014/main" id="{DE408563-B35C-0730-FA31-DD505FF37A6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22035" y="2630556"/>
            <a:ext cx="801757" cy="801757"/>
          </a:xfrm>
          <a:prstGeom prst="rect">
            <a:avLst/>
          </a:prstGeom>
        </p:spPr>
      </p:pic>
      <p:pic>
        <p:nvPicPr>
          <p:cNvPr id="4108" name="Picture 4107">
            <a:extLst>
              <a:ext uri="{FF2B5EF4-FFF2-40B4-BE49-F238E27FC236}">
                <a16:creationId xmlns:a16="http://schemas.microsoft.com/office/drawing/2014/main" id="{F692D774-1F3C-5BCC-A2E5-B948DF1707B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32405" y="2050773"/>
            <a:ext cx="826604" cy="826604"/>
          </a:xfrm>
          <a:prstGeom prst="rect">
            <a:avLst/>
          </a:prstGeom>
        </p:spPr>
      </p:pic>
      <p:pic>
        <p:nvPicPr>
          <p:cNvPr id="4221" name="Picture 4220">
            <a:extLst>
              <a:ext uri="{FF2B5EF4-FFF2-40B4-BE49-F238E27FC236}">
                <a16:creationId xmlns:a16="http://schemas.microsoft.com/office/drawing/2014/main" id="{6B3817DB-441B-7BCC-8040-6E6E361F247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95122" y="2630556"/>
            <a:ext cx="818323" cy="801757"/>
          </a:xfrm>
          <a:prstGeom prst="rect">
            <a:avLst/>
          </a:prstGeom>
        </p:spPr>
      </p:pic>
      <p:pic>
        <p:nvPicPr>
          <p:cNvPr id="4222" name="Picture 4221">
            <a:extLst>
              <a:ext uri="{FF2B5EF4-FFF2-40B4-BE49-F238E27FC236}">
                <a16:creationId xmlns:a16="http://schemas.microsoft.com/office/drawing/2014/main" id="{066B76CF-F6A9-EAB4-4DA1-CDB95B490B3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855187" y="2870752"/>
            <a:ext cx="810039" cy="818322"/>
          </a:xfrm>
          <a:prstGeom prst="rect">
            <a:avLst/>
          </a:prstGeom>
        </p:spPr>
      </p:pic>
      <p:pic>
        <p:nvPicPr>
          <p:cNvPr id="4379" name="Picture 4378">
            <a:extLst>
              <a:ext uri="{FF2B5EF4-FFF2-40B4-BE49-F238E27FC236}">
                <a16:creationId xmlns:a16="http://schemas.microsoft.com/office/drawing/2014/main" id="{CDF31389-C8DC-D1C2-63D3-2E4D6461B14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50773" y="4469295"/>
            <a:ext cx="776909" cy="785192"/>
          </a:xfrm>
          <a:prstGeom prst="rect">
            <a:avLst/>
          </a:prstGeom>
        </p:spPr>
      </p:pic>
      <p:pic>
        <p:nvPicPr>
          <p:cNvPr id="4380" name="Picture 4379">
            <a:extLst>
              <a:ext uri="{FF2B5EF4-FFF2-40B4-BE49-F238E27FC236}">
                <a16:creationId xmlns:a16="http://schemas.microsoft.com/office/drawing/2014/main" id="{866E65F2-5DAA-549E-CDF8-69EC5BC7D2A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817165" y="4891709"/>
            <a:ext cx="1422953" cy="1406387"/>
          </a:xfrm>
          <a:prstGeom prst="rect">
            <a:avLst/>
          </a:prstGeom>
        </p:spPr>
      </p:pic>
      <p:pic>
        <p:nvPicPr>
          <p:cNvPr id="4381" name="Picture 4380">
            <a:extLst>
              <a:ext uri="{FF2B5EF4-FFF2-40B4-BE49-F238E27FC236}">
                <a16:creationId xmlns:a16="http://schemas.microsoft.com/office/drawing/2014/main" id="{54431E58-C108-F4CF-3816-442732DE053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075622" y="5960164"/>
            <a:ext cx="752062" cy="801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747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88ABD40-8547-7A01-C062-40748419A34E}"/>
              </a:ext>
            </a:extLst>
          </p:cNvPr>
          <p:cNvGrpSpPr/>
          <p:nvPr/>
        </p:nvGrpSpPr>
        <p:grpSpPr>
          <a:xfrm>
            <a:off x="10351" y="-664"/>
            <a:ext cx="12181516" cy="1673163"/>
            <a:chOff x="2654" y="3583"/>
            <a:chExt cx="12181516" cy="186558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F3E15D2-376F-4247-0E58-389FCBDE6B14}"/>
                </a:ext>
              </a:extLst>
            </p:cNvPr>
            <p:cNvSpPr/>
            <p:nvPr/>
          </p:nvSpPr>
          <p:spPr>
            <a:xfrm>
              <a:off x="2654" y="3583"/>
              <a:ext cx="12181516" cy="186558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>
                  <a:latin typeface="Bookman Old Style"/>
                </a:rPr>
                <a:t>Универзитет у Новом Саду</a:t>
              </a:r>
            </a:p>
            <a:p>
              <a:pPr algn="ctr"/>
              <a:r>
                <a:rPr lang="en-US" sz="3200">
                  <a:latin typeface="Bookman Old Style"/>
                </a:rPr>
                <a:t>Факултет техничких наука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6431376-232C-E0B8-1E36-31C207BBB8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120812" y="238606"/>
              <a:ext cx="1405528" cy="1393152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0192A48-2ABA-7C14-3698-061B46E763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87457" y="109682"/>
              <a:ext cx="1515630" cy="1643304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8CB8210-5122-07AF-6DA1-B74BAB990794}"/>
              </a:ext>
            </a:extLst>
          </p:cNvPr>
          <p:cNvSpPr txBox="1"/>
          <p:nvPr/>
        </p:nvSpPr>
        <p:spPr>
          <a:xfrm>
            <a:off x="281609" y="1962978"/>
            <a:ext cx="6096000" cy="21852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err="1">
                <a:solidFill>
                  <a:srgbClr val="000000"/>
                </a:solidFill>
                <a:latin typeface="Bookman Old Style"/>
                <a:ea typeface="Arial"/>
                <a:cs typeface="Arial"/>
              </a:rPr>
              <a:t>Семантичка</a:t>
            </a:r>
            <a:r>
              <a:rPr lang="en-US" sz="2800">
                <a:solidFill>
                  <a:srgbClr val="000000"/>
                </a:solidFill>
                <a:latin typeface="Bookman Old Style"/>
                <a:ea typeface="Arial"/>
                <a:cs typeface="Arial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Bookman Old Style"/>
                <a:ea typeface="Arial"/>
                <a:cs typeface="Arial"/>
              </a:rPr>
              <a:t>анализа</a:t>
            </a:r>
            <a:endParaRPr lang="en-US" sz="2800" b="0" i="0">
              <a:solidFill>
                <a:srgbClr val="000000"/>
              </a:solidFill>
              <a:latin typeface="Bookman Old Style"/>
              <a:ea typeface="Arial"/>
              <a:cs typeface="Arial"/>
            </a:endParaRPr>
          </a:p>
          <a:p>
            <a:pPr marL="285750" lvl="0" indent="-285750" algn="l" rtl="0">
              <a:buFont typeface="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err="1">
                <a:latin typeface="Bookman Old Style"/>
                <a:ea typeface="+mn-lt"/>
                <a:cs typeface="+mn-lt"/>
              </a:rPr>
              <a:t>провера</a:t>
            </a:r>
            <a:r>
              <a:rPr lang="en-US">
                <a:latin typeface="Bookman Old Style"/>
                <a:ea typeface="+mn-lt"/>
                <a:cs typeface="+mn-lt"/>
              </a:rPr>
              <a:t> </a:t>
            </a:r>
            <a:r>
              <a:rPr lang="en-US" err="1">
                <a:latin typeface="Bookman Old Style"/>
                <a:ea typeface="+mn-lt"/>
                <a:cs typeface="+mn-lt"/>
              </a:rPr>
              <a:t>типова</a:t>
            </a:r>
            <a:r>
              <a:rPr lang="en-US">
                <a:latin typeface="Bookman Old Style"/>
                <a:ea typeface="+mn-lt"/>
                <a:cs typeface="+mn-lt"/>
              </a:rPr>
              <a:t> </a:t>
            </a:r>
            <a:endParaRPr lang="en-US">
              <a:latin typeface="Bookman Old Style"/>
            </a:endParaRPr>
          </a:p>
          <a:p>
            <a:pPr marL="285750" indent="-285750">
              <a:buFont typeface="Arial"/>
              <a:buChar char="•"/>
            </a:pPr>
            <a:r>
              <a:rPr lang="en-US" err="1">
                <a:latin typeface="Bookman Old Style"/>
                <a:ea typeface="+mn-lt"/>
                <a:cs typeface="+mn-lt"/>
              </a:rPr>
              <a:t>валидација</a:t>
            </a:r>
            <a:r>
              <a:rPr lang="en-US">
                <a:latin typeface="Bookman Old Style"/>
                <a:ea typeface="+mn-lt"/>
                <a:cs typeface="+mn-lt"/>
              </a:rPr>
              <a:t> </a:t>
            </a:r>
            <a:r>
              <a:rPr lang="en-US" err="1">
                <a:latin typeface="Bookman Old Style"/>
                <a:ea typeface="+mn-lt"/>
                <a:cs typeface="+mn-lt"/>
              </a:rPr>
              <a:t>референци</a:t>
            </a:r>
            <a:r>
              <a:rPr lang="en-US">
                <a:latin typeface="Bookman Old Style"/>
                <a:ea typeface="+mn-lt"/>
                <a:cs typeface="+mn-lt"/>
              </a:rPr>
              <a:t> </a:t>
            </a:r>
            <a:endParaRPr lang="en-US">
              <a:latin typeface="Bookman Old Style"/>
            </a:endParaRPr>
          </a:p>
          <a:p>
            <a:pPr marL="285750" indent="-285750">
              <a:buFont typeface="Arial"/>
              <a:buChar char="•"/>
            </a:pPr>
            <a:r>
              <a:rPr lang="en-US" err="1">
                <a:latin typeface="Bookman Old Style"/>
                <a:ea typeface="+mn-lt"/>
                <a:cs typeface="+mn-lt"/>
              </a:rPr>
              <a:t>разрешавање</a:t>
            </a:r>
            <a:r>
              <a:rPr lang="en-US">
                <a:latin typeface="Bookman Old Style"/>
                <a:ea typeface="+mn-lt"/>
                <a:cs typeface="+mn-lt"/>
              </a:rPr>
              <a:t> </a:t>
            </a:r>
            <a:r>
              <a:rPr lang="en-US" err="1">
                <a:latin typeface="Bookman Old Style"/>
                <a:ea typeface="+mn-lt"/>
                <a:cs typeface="+mn-lt"/>
              </a:rPr>
              <a:t>симбола</a:t>
            </a:r>
            <a:r>
              <a:rPr lang="en-US">
                <a:latin typeface="Bookman Old Style"/>
                <a:ea typeface="+mn-lt"/>
                <a:cs typeface="+mn-lt"/>
              </a:rPr>
              <a:t> </a:t>
            </a:r>
            <a:endParaRPr lang="en-US">
              <a:latin typeface="Bookman Old Style"/>
            </a:endParaRPr>
          </a:p>
          <a:p>
            <a:pPr marL="285750" indent="-285750">
              <a:buFont typeface="Arial"/>
              <a:buChar char="•"/>
            </a:pPr>
            <a:r>
              <a:rPr lang="en-US" err="1">
                <a:latin typeface="Bookman Old Style"/>
                <a:ea typeface="+mn-lt"/>
                <a:cs typeface="+mn-lt"/>
              </a:rPr>
              <a:t>дијагностика</a:t>
            </a:r>
            <a:endParaRPr lang="en-US">
              <a:latin typeface="Bookman Old Style"/>
            </a:endParaRPr>
          </a:p>
          <a:p>
            <a:pPr algn="ctr"/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97C1732-3ABF-63AD-CB62-CF57E48AFA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5544" y="4625087"/>
            <a:ext cx="11280912" cy="1682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574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F875DD2-08F5-367F-10C5-E15F715BA72B}"/>
              </a:ext>
            </a:extLst>
          </p:cNvPr>
          <p:cNvGrpSpPr/>
          <p:nvPr/>
        </p:nvGrpSpPr>
        <p:grpSpPr>
          <a:xfrm>
            <a:off x="10351" y="-664"/>
            <a:ext cx="12181516" cy="1673163"/>
            <a:chOff x="2654" y="3583"/>
            <a:chExt cx="12181516" cy="186558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5229B36-D561-3118-2A64-4BC8806EA086}"/>
                </a:ext>
              </a:extLst>
            </p:cNvPr>
            <p:cNvSpPr/>
            <p:nvPr/>
          </p:nvSpPr>
          <p:spPr>
            <a:xfrm>
              <a:off x="2654" y="3583"/>
              <a:ext cx="12181516" cy="186558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>
                  <a:latin typeface="Bookman Old Style"/>
                </a:rPr>
                <a:t>Универзитет у Новом Саду</a:t>
              </a:r>
            </a:p>
            <a:p>
              <a:pPr algn="ctr"/>
              <a:r>
                <a:rPr lang="en-US" sz="3200">
                  <a:latin typeface="Bookman Old Style"/>
                </a:rPr>
                <a:t>Факултет техничких наука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53CDF5D-B885-C82D-564D-F17F6CDAC8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120812" y="238606"/>
              <a:ext cx="1405528" cy="1393152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3B63757-B120-1B40-E0E0-1900034F05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87457" y="109682"/>
              <a:ext cx="1515630" cy="1643304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5A03BBD-AD6B-5F28-F291-E7C4E9C293D4}"/>
              </a:ext>
            </a:extLst>
          </p:cNvPr>
          <p:cNvSpPr txBox="1"/>
          <p:nvPr/>
        </p:nvSpPr>
        <p:spPr>
          <a:xfrm>
            <a:off x="265043" y="2062370"/>
            <a:ext cx="6096000" cy="37240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rgbClr val="000000"/>
                </a:solidFill>
                <a:latin typeface="Bookman Old Style"/>
                <a:ea typeface="+mn-lt"/>
                <a:cs typeface="+mn-lt"/>
              </a:rPr>
              <a:t>HIR 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Bookman Old Style"/>
                <a:ea typeface="+mn-lt"/>
                <a:cs typeface="+mn-lt"/>
              </a:rPr>
              <a:t>и</a:t>
            </a:r>
            <a:r>
              <a:rPr lang="en-US" sz="2800">
                <a:solidFill>
                  <a:srgbClr val="000000"/>
                </a:solidFill>
                <a:latin typeface="Bookman Old Style"/>
                <a:ea typeface="+mn-lt"/>
                <a:cs typeface="+mn-lt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Bookman Old Style"/>
                <a:ea typeface="+mn-lt"/>
                <a:cs typeface="+mn-lt"/>
              </a:rPr>
              <a:t>систем</a:t>
            </a:r>
            <a:r>
              <a:rPr lang="en-US" sz="2800">
                <a:solidFill>
                  <a:srgbClr val="000000"/>
                </a:solidFill>
                <a:latin typeface="Bookman Old Style"/>
                <a:ea typeface="+mn-lt"/>
                <a:cs typeface="+mn-lt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Bookman Old Style"/>
                <a:ea typeface="+mn-lt"/>
                <a:cs typeface="+mn-lt"/>
              </a:rPr>
              <a:t>модула</a:t>
            </a:r>
            <a:endParaRPr lang="en-US" err="1">
              <a:latin typeface="Bookman Old Style"/>
            </a:endParaRPr>
          </a:p>
          <a:p>
            <a:endParaRPr lang="en-US" sz="2800">
              <a:latin typeface="Bookman Old Style"/>
            </a:endParaRPr>
          </a:p>
          <a:p>
            <a:r>
              <a:rPr lang="en-US">
                <a:latin typeface="Bookman Old Style"/>
              </a:rPr>
              <a:t>AST</a:t>
            </a:r>
          </a:p>
          <a:p>
            <a:pPr>
              <a:buFont typeface="Arial,Sans-Serif"/>
              <a:buChar char="•"/>
            </a:pPr>
            <a:r>
              <a:rPr lang="en-US">
                <a:solidFill>
                  <a:srgbClr val="000000"/>
                </a:solidFill>
                <a:latin typeface="Bookman Old Style"/>
                <a:ea typeface="+mn-lt"/>
                <a:cs typeface="+mn-lt"/>
              </a:rPr>
              <a:t> </a:t>
            </a:r>
            <a:r>
              <a:rPr lang="en-US" sz="1800" b="0" i="0" u="none" strike="noStrike" baseline="0" err="1">
                <a:solidFill>
                  <a:srgbClr val="000000"/>
                </a:solidFill>
                <a:latin typeface="Bookman Old Style"/>
                <a:ea typeface="+mn-lt"/>
                <a:cs typeface="+mn-lt"/>
              </a:rPr>
              <a:t>синтаксна</a:t>
            </a:r>
            <a:r>
              <a:rPr lang="en-US">
                <a:solidFill>
                  <a:srgbClr val="000000"/>
                </a:solidFill>
                <a:latin typeface="Bookman Old Style"/>
                <a:ea typeface="+mn-lt"/>
                <a:cs typeface="+mn-lt"/>
              </a:rPr>
              <a:t> </a:t>
            </a:r>
            <a:r>
              <a:rPr lang="en-US" sz="1800" b="0" i="0" u="none" strike="noStrike" baseline="0" err="1">
                <a:solidFill>
                  <a:srgbClr val="000000"/>
                </a:solidFill>
                <a:latin typeface="Bookman Old Style"/>
                <a:ea typeface="+mn-lt"/>
                <a:cs typeface="+mn-lt"/>
              </a:rPr>
              <a:t>структура</a:t>
            </a:r>
            <a:r>
              <a:rPr lang="en-US">
                <a:solidFill>
                  <a:srgbClr val="000000"/>
                </a:solidFill>
                <a:latin typeface="Bookman Old Style"/>
                <a:ea typeface="+mn-lt"/>
                <a:cs typeface="+mn-lt"/>
              </a:rPr>
              <a:t> </a:t>
            </a:r>
            <a:endParaRPr lang="en-US">
              <a:latin typeface="Bookman Old Style"/>
            </a:endParaRPr>
          </a:p>
          <a:p>
            <a:endParaRPr lang="en-US">
              <a:latin typeface="Bookman Old Style"/>
            </a:endParaRPr>
          </a:p>
          <a:p>
            <a:r>
              <a:rPr lang="en-US">
                <a:latin typeface="Bookman Old Style"/>
              </a:rPr>
              <a:t>HIR</a:t>
            </a:r>
          </a:p>
          <a:p>
            <a:pPr>
              <a:buFont typeface="Arial"/>
              <a:buChar char="•"/>
            </a:pPr>
            <a:r>
              <a:rPr lang="en-US">
                <a:latin typeface="Bookman Old Style"/>
              </a:rPr>
              <a:t> </a:t>
            </a:r>
            <a:r>
              <a:rPr lang="en-US" err="1">
                <a:latin typeface="Bookman Old Style"/>
              </a:rPr>
              <a:t>семантички</a:t>
            </a:r>
            <a:r>
              <a:rPr lang="en-US">
                <a:solidFill>
                  <a:srgbClr val="000000"/>
                </a:solidFill>
                <a:latin typeface="Bookman Old Style"/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000000"/>
                </a:solidFill>
                <a:latin typeface="Bookman Old Style"/>
                <a:ea typeface="+mn-lt"/>
                <a:cs typeface="+mn-lt"/>
              </a:rPr>
              <a:t>модел</a:t>
            </a:r>
            <a:r>
              <a:rPr lang="en-US">
                <a:solidFill>
                  <a:srgbClr val="000000"/>
                </a:solidFill>
                <a:latin typeface="Bookman Old Style"/>
                <a:ea typeface="+mn-lt"/>
                <a:cs typeface="+mn-lt"/>
              </a:rPr>
              <a:t> </a:t>
            </a:r>
            <a:endParaRPr lang="en-US">
              <a:latin typeface="Bookman Old Style"/>
            </a:endParaRPr>
          </a:p>
          <a:p>
            <a:pPr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Bookman Old Style"/>
                <a:ea typeface="+mn-lt"/>
                <a:cs typeface="+mn-lt"/>
              </a:rPr>
              <a:t> </a:t>
            </a:r>
            <a:r>
              <a:rPr lang="en-US" err="1">
                <a:solidFill>
                  <a:srgbClr val="000000"/>
                </a:solidFill>
                <a:latin typeface="Bookman Old Style"/>
                <a:ea typeface="+mn-lt"/>
                <a:cs typeface="+mn-lt"/>
              </a:rPr>
              <a:t>разрешени</a:t>
            </a:r>
            <a:r>
              <a:rPr lang="en-US">
                <a:solidFill>
                  <a:srgbClr val="000000"/>
                </a:solidFill>
                <a:latin typeface="Bookman Old Style"/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000000"/>
                </a:solidFill>
                <a:latin typeface="Bookman Old Style"/>
                <a:ea typeface="+mn-lt"/>
                <a:cs typeface="+mn-lt"/>
              </a:rPr>
              <a:t>симболи</a:t>
            </a:r>
            <a:r>
              <a:rPr lang="en-US">
                <a:solidFill>
                  <a:srgbClr val="000000"/>
                </a:solidFill>
                <a:latin typeface="Bookman Old Style"/>
                <a:ea typeface="+mn-lt"/>
                <a:cs typeface="+mn-lt"/>
              </a:rPr>
              <a:t> </a:t>
            </a:r>
            <a:endParaRPr lang="en-US">
              <a:latin typeface="Bookman Old Style"/>
            </a:endParaRPr>
          </a:p>
          <a:p>
            <a:pPr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Bookman Old Style"/>
                <a:ea typeface="+mn-lt"/>
                <a:cs typeface="+mn-lt"/>
              </a:rPr>
              <a:t> </a:t>
            </a:r>
            <a:r>
              <a:rPr lang="en-US" err="1">
                <a:solidFill>
                  <a:srgbClr val="000000"/>
                </a:solidFill>
                <a:latin typeface="Bookman Old Style"/>
                <a:ea typeface="+mn-lt"/>
                <a:cs typeface="+mn-lt"/>
              </a:rPr>
              <a:t>погодан</a:t>
            </a:r>
            <a:r>
              <a:rPr lang="en-US">
                <a:solidFill>
                  <a:srgbClr val="000000"/>
                </a:solidFill>
                <a:latin typeface="Bookman Old Style"/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000000"/>
                </a:solidFill>
                <a:latin typeface="Bookman Old Style"/>
                <a:ea typeface="+mn-lt"/>
                <a:cs typeface="+mn-lt"/>
              </a:rPr>
              <a:t>за</a:t>
            </a:r>
            <a:r>
              <a:rPr lang="en-US">
                <a:solidFill>
                  <a:srgbClr val="000000"/>
                </a:solidFill>
                <a:latin typeface="Bookman Old Style"/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000000"/>
                </a:solidFill>
                <a:latin typeface="Bookman Old Style"/>
                <a:ea typeface="+mn-lt"/>
                <a:cs typeface="+mn-lt"/>
              </a:rPr>
              <a:t>даљу</a:t>
            </a:r>
            <a:r>
              <a:rPr lang="en-US">
                <a:solidFill>
                  <a:srgbClr val="000000"/>
                </a:solidFill>
                <a:latin typeface="Bookman Old Style"/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000000"/>
                </a:solidFill>
                <a:latin typeface="Bookman Old Style"/>
                <a:ea typeface="+mn-lt"/>
                <a:cs typeface="+mn-lt"/>
              </a:rPr>
              <a:t>обраду</a:t>
            </a:r>
            <a:endParaRPr lang="en-US" err="1">
              <a:latin typeface="Bookman Old Style"/>
            </a:endParaRPr>
          </a:p>
          <a:p>
            <a:pPr marL="285750" lvl="0" indent="-285750" algn="l">
              <a:buFont typeface="Arial,Sans-Serif"/>
              <a:buChar char="•"/>
            </a:pPr>
            <a:endParaRPr lang="en-US" sz="1800" b="0" i="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algn="ctr" rtl="0"/>
            <a:r>
              <a:rPr lang="en-US" sz="18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E9B353F5-EED4-50B1-2402-916BAD0FBA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2305" y="2151575"/>
            <a:ext cx="7338391" cy="363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67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8BF3DAF-16AE-B402-C7FF-8AA32C6F9D37}"/>
              </a:ext>
            </a:extLst>
          </p:cNvPr>
          <p:cNvGrpSpPr/>
          <p:nvPr/>
        </p:nvGrpSpPr>
        <p:grpSpPr>
          <a:xfrm>
            <a:off x="10351" y="-664"/>
            <a:ext cx="12181516" cy="1673163"/>
            <a:chOff x="2654" y="3583"/>
            <a:chExt cx="12181516" cy="186558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35B3258-AE9C-30E0-F652-8706DF23848A}"/>
                </a:ext>
              </a:extLst>
            </p:cNvPr>
            <p:cNvSpPr/>
            <p:nvPr/>
          </p:nvSpPr>
          <p:spPr>
            <a:xfrm>
              <a:off x="2654" y="3583"/>
              <a:ext cx="12181516" cy="186558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>
                  <a:latin typeface="Bookman Old Style"/>
                </a:rPr>
                <a:t>Универзитет у Новом Саду</a:t>
              </a:r>
            </a:p>
            <a:p>
              <a:pPr algn="ctr"/>
              <a:r>
                <a:rPr lang="en-US" sz="3200">
                  <a:latin typeface="Bookman Old Style"/>
                </a:rPr>
                <a:t>Факултет техничких наука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71BCBD8-2055-1B05-01CB-D5E2777537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120812" y="238606"/>
              <a:ext cx="1405528" cy="1393152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82CD97D-83BD-C270-5B21-CF5DB474FC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87457" y="109682"/>
              <a:ext cx="1515630" cy="1643304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6C75B43-9595-C437-68DF-DC08A556C250}"/>
              </a:ext>
            </a:extLst>
          </p:cNvPr>
          <p:cNvSpPr txBox="1"/>
          <p:nvPr/>
        </p:nvSpPr>
        <p:spPr>
          <a:xfrm>
            <a:off x="238606" y="2112819"/>
            <a:ext cx="6096000" cy="3323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err="1">
                <a:latin typeface="Bookman Old Style"/>
                <a:cs typeface="Segoe UI"/>
              </a:rPr>
              <a:t>Генерисање</a:t>
            </a:r>
            <a:r>
              <a:rPr lang="en-US" sz="2800">
                <a:latin typeface="Bookman Old Style"/>
                <a:cs typeface="Segoe UI"/>
              </a:rPr>
              <a:t> </a:t>
            </a:r>
            <a:r>
              <a:rPr lang="en-US" sz="2800" err="1">
                <a:latin typeface="Bookman Old Style"/>
                <a:cs typeface="Segoe UI"/>
              </a:rPr>
              <a:t>података</a:t>
            </a:r>
            <a:r>
              <a:rPr lang="en-US" sz="2800">
                <a:latin typeface="Bookman Old Style"/>
                <a:cs typeface="Segoe UI"/>
              </a:rPr>
              <a:t> </a:t>
            </a:r>
          </a:p>
          <a:p>
            <a:endParaRPr lang="en-US" sz="2800">
              <a:latin typeface="Bookman Old Style"/>
              <a:ea typeface="+mn-lt"/>
              <a:cs typeface="Segoe UI"/>
            </a:endParaRPr>
          </a:p>
          <a:p>
            <a:pPr marL="285750" indent="-285750">
              <a:buFont typeface="Arial"/>
              <a:buChar char="•"/>
            </a:pPr>
            <a:r>
              <a:rPr lang="en-US" err="1">
                <a:latin typeface="Bookman Old Style"/>
                <a:ea typeface="+mn-lt"/>
                <a:cs typeface="+mn-lt"/>
              </a:rPr>
              <a:t>случајно</a:t>
            </a:r>
            <a:r>
              <a:rPr lang="en-US">
                <a:latin typeface="Bookman Old Style"/>
                <a:ea typeface="+mn-lt"/>
                <a:cs typeface="+mn-lt"/>
              </a:rPr>
              <a:t> </a:t>
            </a:r>
            <a:r>
              <a:rPr lang="en-US" err="1">
                <a:latin typeface="Bookman Old Style"/>
                <a:ea typeface="+mn-lt"/>
                <a:cs typeface="+mn-lt"/>
              </a:rPr>
              <a:t>генерисање</a:t>
            </a:r>
            <a:r>
              <a:rPr lang="en-US">
                <a:latin typeface="Bookman Old Style"/>
                <a:ea typeface="+mn-lt"/>
                <a:cs typeface="+mn-lt"/>
              </a:rPr>
              <a:t> </a:t>
            </a:r>
            <a:r>
              <a:rPr lang="en-US" err="1">
                <a:latin typeface="Bookman Old Style"/>
                <a:ea typeface="+mn-lt"/>
                <a:cs typeface="+mn-lt"/>
              </a:rPr>
              <a:t>вредности</a:t>
            </a:r>
            <a:r>
              <a:rPr lang="en-US">
                <a:latin typeface="Bookman Old Style"/>
                <a:ea typeface="+mn-lt"/>
                <a:cs typeface="+mn-lt"/>
              </a:rPr>
              <a:t> </a:t>
            </a:r>
            <a:endParaRPr lang="en-US">
              <a:latin typeface="Bookman Old Style"/>
            </a:endParaRPr>
          </a:p>
          <a:p>
            <a:pPr marL="285750" indent="-285750">
              <a:buFont typeface="Arial"/>
              <a:buChar char="•"/>
            </a:pPr>
            <a:r>
              <a:rPr lang="en-US" err="1">
                <a:latin typeface="Bookman Old Style"/>
                <a:ea typeface="+mn-lt"/>
                <a:cs typeface="+mn-lt"/>
              </a:rPr>
              <a:t>ограничења</a:t>
            </a:r>
            <a:r>
              <a:rPr lang="en-US">
                <a:latin typeface="Bookman Old Style"/>
                <a:ea typeface="+mn-lt"/>
                <a:cs typeface="+mn-lt"/>
              </a:rPr>
              <a:t> </a:t>
            </a:r>
            <a:endParaRPr lang="en-US">
              <a:latin typeface="Bookman Old Style"/>
            </a:endParaRPr>
          </a:p>
          <a:p>
            <a:pPr marL="285750" indent="-285750">
              <a:buFont typeface="Arial"/>
              <a:buChar char="•"/>
            </a:pPr>
            <a:r>
              <a:rPr lang="en-US" err="1">
                <a:latin typeface="Bookman Old Style"/>
                <a:ea typeface="+mn-lt"/>
                <a:cs typeface="+mn-lt"/>
              </a:rPr>
              <a:t>тежински</a:t>
            </a:r>
            <a:r>
              <a:rPr lang="en-US">
                <a:latin typeface="Bookman Old Style"/>
                <a:ea typeface="+mn-lt"/>
                <a:cs typeface="+mn-lt"/>
              </a:rPr>
              <a:t> </a:t>
            </a:r>
            <a:r>
              <a:rPr lang="en-US" err="1">
                <a:latin typeface="Bookman Old Style"/>
                <a:ea typeface="+mn-lt"/>
                <a:cs typeface="+mn-lt"/>
              </a:rPr>
              <a:t>избор</a:t>
            </a:r>
            <a:r>
              <a:rPr lang="en-US">
                <a:latin typeface="Bookman Old Style"/>
                <a:ea typeface="+mn-lt"/>
                <a:cs typeface="+mn-lt"/>
              </a:rPr>
              <a:t> </a:t>
            </a:r>
            <a:endParaRPr lang="en-US">
              <a:latin typeface="Bookman Old Style"/>
            </a:endParaRPr>
          </a:p>
          <a:p>
            <a:pPr marL="285750" indent="-285750">
              <a:buFont typeface="Arial"/>
              <a:buChar char="•"/>
            </a:pPr>
            <a:r>
              <a:rPr lang="en-US" err="1">
                <a:latin typeface="Bookman Old Style"/>
                <a:ea typeface="+mn-lt"/>
                <a:cs typeface="+mn-lt"/>
              </a:rPr>
              <a:t>референце</a:t>
            </a:r>
            <a:r>
              <a:rPr lang="en-US">
                <a:latin typeface="Bookman Old Style"/>
                <a:ea typeface="+mn-lt"/>
                <a:cs typeface="+mn-lt"/>
              </a:rPr>
              <a:t> </a:t>
            </a:r>
            <a:r>
              <a:rPr lang="en-US" err="1">
                <a:latin typeface="Bookman Old Style"/>
                <a:ea typeface="+mn-lt"/>
                <a:cs typeface="+mn-lt"/>
              </a:rPr>
              <a:t>између</a:t>
            </a:r>
            <a:r>
              <a:rPr lang="en-US">
                <a:latin typeface="Bookman Old Style"/>
                <a:ea typeface="+mn-lt"/>
                <a:cs typeface="+mn-lt"/>
              </a:rPr>
              <a:t> </a:t>
            </a:r>
            <a:r>
              <a:rPr lang="en-US" err="1">
                <a:latin typeface="Bookman Old Style"/>
                <a:ea typeface="+mn-lt"/>
                <a:cs typeface="+mn-lt"/>
              </a:rPr>
              <a:t>записа</a:t>
            </a:r>
            <a:endParaRPr lang="en-US">
              <a:latin typeface="Bookman Old Style"/>
            </a:endParaRPr>
          </a:p>
          <a:p>
            <a:endParaRPr lang="en-US" sz="2800">
              <a:solidFill>
                <a:srgbClr val="000000"/>
              </a:solidFill>
              <a:latin typeface="Bookman Old Style"/>
              <a:ea typeface="Segoe UI"/>
              <a:cs typeface="Segoe UI"/>
            </a:endParaRPr>
          </a:p>
          <a:p>
            <a:pPr algn="ctr" rtl="0"/>
            <a:r>
              <a:rPr lang="en-US" sz="1800" b="0" i="0" u="none" strike="noStrike" baseline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  <a:r>
              <a:rPr lang="en-US" sz="18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n-US" sz="18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05F4F01-E9CF-96A6-C5B6-6122AE7220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26014" y="2230966"/>
            <a:ext cx="2902335" cy="211128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36C8FC0-00A1-B843-0E32-17F75132E4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81341" y="2230967"/>
            <a:ext cx="2919076" cy="21035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76E81D-F30C-DEC5-577A-A5D6FD0BA9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4995" y="4648334"/>
            <a:ext cx="1931454" cy="1962828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2CBBF68-0C8D-20EB-C595-0D96A6B9DC8A}"/>
              </a:ext>
            </a:extLst>
          </p:cNvPr>
          <p:cNvCxnSpPr/>
          <p:nvPr/>
        </p:nvCxnSpPr>
        <p:spPr>
          <a:xfrm>
            <a:off x="4777292" y="5596036"/>
            <a:ext cx="1726337" cy="124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997B5225-C76F-5C93-4D03-BAFD18F6B5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6948" y="5077883"/>
            <a:ext cx="2562225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572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F241868-4932-1731-09A2-A16B95B967BA}"/>
              </a:ext>
            </a:extLst>
          </p:cNvPr>
          <p:cNvGrpSpPr/>
          <p:nvPr/>
        </p:nvGrpSpPr>
        <p:grpSpPr>
          <a:xfrm>
            <a:off x="10351" y="-664"/>
            <a:ext cx="12181516" cy="1673163"/>
            <a:chOff x="2654" y="3583"/>
            <a:chExt cx="12181516" cy="186558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6C3C0CE-186A-42ED-2AA8-8F3A452CD01F}"/>
                </a:ext>
              </a:extLst>
            </p:cNvPr>
            <p:cNvSpPr/>
            <p:nvPr/>
          </p:nvSpPr>
          <p:spPr>
            <a:xfrm>
              <a:off x="2654" y="3583"/>
              <a:ext cx="12181516" cy="186558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>
                  <a:latin typeface="Bookman Old Style"/>
                </a:rPr>
                <a:t>Универзитет у Новом Саду</a:t>
              </a:r>
            </a:p>
            <a:p>
              <a:pPr algn="ctr"/>
              <a:r>
                <a:rPr lang="en-US" sz="3200">
                  <a:latin typeface="Bookman Old Style"/>
                </a:rPr>
                <a:t>Факултет техничких наука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5ED59C6-EF6C-C5F2-0DD7-DE1EF0AE4C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120812" y="238606"/>
              <a:ext cx="1405528" cy="1393152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A2DEE68-8572-8BED-B07F-9A3BE7D673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87457" y="109682"/>
              <a:ext cx="1515630" cy="1643304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85FA024-424F-8248-2E85-FA6441A99176}"/>
              </a:ext>
            </a:extLst>
          </p:cNvPr>
          <p:cNvSpPr txBox="1"/>
          <p:nvPr/>
        </p:nvSpPr>
        <p:spPr>
          <a:xfrm>
            <a:off x="423333" y="2135909"/>
            <a:ext cx="3317393" cy="38779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rgbClr val="000000"/>
                </a:solidFill>
                <a:latin typeface="Bookman Old Style"/>
                <a:cs typeface="Segoe UI"/>
              </a:rPr>
              <a:t>Протокол </a:t>
            </a:r>
            <a:r>
              <a:rPr lang="en-US" sz="2800" err="1">
                <a:solidFill>
                  <a:srgbClr val="000000"/>
                </a:solidFill>
                <a:latin typeface="Bookman Old Style"/>
                <a:cs typeface="Segoe UI"/>
              </a:rPr>
              <a:t>језичких</a:t>
            </a:r>
            <a:r>
              <a:rPr lang="en-US" sz="2800">
                <a:solidFill>
                  <a:srgbClr val="000000"/>
                </a:solidFill>
                <a:latin typeface="Bookman Old Style"/>
                <a:cs typeface="Segoe U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Bookman Old Style"/>
                <a:cs typeface="Segoe UI"/>
              </a:rPr>
              <a:t>сервера</a:t>
            </a:r>
            <a:endParaRPr lang="en-US" err="1"/>
          </a:p>
          <a:p>
            <a:pPr algn="l" rtl="0"/>
            <a:r>
              <a:rPr lang="en-US" sz="2800" b="0" i="0">
                <a:solidFill>
                  <a:srgbClr val="000000"/>
                </a:solidFill>
                <a:latin typeface="Bookman Old Style"/>
                <a:ea typeface="Segoe UI"/>
                <a:cs typeface="Segoe UI"/>
              </a:rPr>
              <a:t>​</a:t>
            </a:r>
          </a:p>
          <a:p>
            <a:pPr>
              <a:buFont typeface="Arial"/>
              <a:buChar char="•"/>
            </a:pPr>
            <a:r>
              <a:rPr lang="en-US" i="1">
                <a:solidFill>
                  <a:srgbClr val="000000"/>
                </a:solidFill>
                <a:latin typeface="Bookman Old Style"/>
                <a:ea typeface="+mn-lt"/>
                <a:cs typeface="+mn-lt"/>
              </a:rPr>
              <a:t> Completion </a:t>
            </a:r>
            <a:endParaRPr lang="en-US" i="1">
              <a:latin typeface="Bookman Old Style"/>
            </a:endParaRPr>
          </a:p>
          <a:p>
            <a:pPr>
              <a:buFont typeface="Arial"/>
              <a:buChar char="•"/>
            </a:pPr>
            <a:r>
              <a:rPr lang="en-US" i="1">
                <a:solidFill>
                  <a:srgbClr val="000000"/>
                </a:solidFill>
                <a:latin typeface="Bookman Old Style"/>
                <a:ea typeface="+mn-lt"/>
                <a:cs typeface="+mn-lt"/>
              </a:rPr>
              <a:t> Diagnostics </a:t>
            </a:r>
          </a:p>
          <a:p>
            <a:pPr>
              <a:buFont typeface="Arial"/>
              <a:buChar char="•"/>
            </a:pPr>
            <a:r>
              <a:rPr lang="en-US" i="1">
                <a:solidFill>
                  <a:srgbClr val="000000"/>
                </a:solidFill>
                <a:latin typeface="Bookman Old Style"/>
                <a:ea typeface="+mn-lt"/>
                <a:cs typeface="+mn-lt"/>
              </a:rPr>
              <a:t> Go to Definition </a:t>
            </a:r>
            <a:endParaRPr lang="en-US" i="1">
              <a:latin typeface="Bookman Old Style"/>
            </a:endParaRPr>
          </a:p>
          <a:p>
            <a:pPr>
              <a:buFont typeface="Arial"/>
              <a:buChar char="•"/>
            </a:pPr>
            <a:r>
              <a:rPr lang="en-US" i="1">
                <a:solidFill>
                  <a:srgbClr val="000000"/>
                </a:solidFill>
                <a:latin typeface="Bookman Old Style"/>
                <a:ea typeface="+mn-lt"/>
                <a:cs typeface="+mn-lt"/>
              </a:rPr>
              <a:t> Hover</a:t>
            </a:r>
            <a:endParaRPr lang="en-US" i="1">
              <a:latin typeface="Bookman Old Style"/>
            </a:endParaRPr>
          </a:p>
          <a:p>
            <a:pPr marL="285750" indent="-285750" algn="l">
              <a:buFont typeface="Arial,Sans-Serif"/>
              <a:buChar char="•"/>
            </a:pPr>
            <a:endParaRPr lang="en-US" b="0" i="0">
              <a:solidFill>
                <a:srgbClr val="000000"/>
              </a:solidFill>
              <a:latin typeface="Bookman Old Style"/>
              <a:ea typeface="Segoe UI"/>
              <a:cs typeface="Arial"/>
            </a:endParaRPr>
          </a:p>
          <a:p>
            <a:pPr algn="ctr" rtl="0"/>
            <a:r>
              <a:rPr lang="en-US" sz="1800" b="0" i="0" u="none" strike="noStrike" baseline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​​</a:t>
            </a:r>
            <a:r>
              <a:rPr lang="en-US" sz="18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n-US" sz="1800" b="0" i="0" u="none" strike="noStrike" baseline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  <a:r>
              <a:rPr lang="en-US" sz="18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n-US" sz="18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6D96D86-BECD-72ED-C293-128C0033B2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79394" y="2160428"/>
            <a:ext cx="7327515" cy="3830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204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55B2DCE-F508-E3D4-B5D1-B12DDFDAAAD6}"/>
              </a:ext>
            </a:extLst>
          </p:cNvPr>
          <p:cNvGrpSpPr/>
          <p:nvPr/>
        </p:nvGrpSpPr>
        <p:grpSpPr>
          <a:xfrm>
            <a:off x="10351" y="-664"/>
            <a:ext cx="12181516" cy="1673163"/>
            <a:chOff x="2654" y="3583"/>
            <a:chExt cx="12181516" cy="186558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C41EB5B-3F8F-ED82-05E3-BCDBAA846190}"/>
                </a:ext>
              </a:extLst>
            </p:cNvPr>
            <p:cNvSpPr/>
            <p:nvPr/>
          </p:nvSpPr>
          <p:spPr>
            <a:xfrm>
              <a:off x="2654" y="3583"/>
              <a:ext cx="12181516" cy="186558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>
                  <a:latin typeface="Bookman Old Style"/>
                </a:rPr>
                <a:t>Универзитет у Новом Саду</a:t>
              </a:r>
            </a:p>
            <a:p>
              <a:pPr algn="ctr"/>
              <a:r>
                <a:rPr lang="en-US" sz="3200">
                  <a:latin typeface="Bookman Old Style"/>
                </a:rPr>
                <a:t>Факултет техничких наука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E121A33-2C3A-E7E2-B706-512AE3FC90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120812" y="238606"/>
              <a:ext cx="1405528" cy="1393152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28D7B51-262E-76F8-2ACC-929B98BD7E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87457" y="109682"/>
              <a:ext cx="1515630" cy="1643304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D99734C-BDBB-2EC1-F17E-35C4EFD576C4}"/>
              </a:ext>
            </a:extLst>
          </p:cNvPr>
          <p:cNvSpPr txBox="1"/>
          <p:nvPr/>
        </p:nvSpPr>
        <p:spPr>
          <a:xfrm>
            <a:off x="8284" y="3429000"/>
            <a:ext cx="1218371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>
                <a:solidFill>
                  <a:srgbClr val="000000"/>
                </a:solidFill>
                <a:latin typeface="Bookman Old Style"/>
                <a:ea typeface="+mn-lt"/>
                <a:cs typeface="+mn-lt"/>
              </a:rPr>
              <a:t>Демонстрација и завршетак</a:t>
            </a:r>
            <a:endParaRPr lang="en-US">
              <a:latin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3853760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98613-42CC-2663-9DB0-7D263FA5F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C8175E7-665F-DE1C-81EA-57E70485FE1F}"/>
              </a:ext>
            </a:extLst>
          </p:cNvPr>
          <p:cNvGrpSpPr/>
          <p:nvPr/>
        </p:nvGrpSpPr>
        <p:grpSpPr>
          <a:xfrm>
            <a:off x="10351" y="-664"/>
            <a:ext cx="12181516" cy="1673163"/>
            <a:chOff x="2654" y="3583"/>
            <a:chExt cx="12181516" cy="186558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37795BE-D74A-FE25-3043-95C796CF26AF}"/>
                </a:ext>
              </a:extLst>
            </p:cNvPr>
            <p:cNvSpPr/>
            <p:nvPr/>
          </p:nvSpPr>
          <p:spPr>
            <a:xfrm>
              <a:off x="2654" y="3583"/>
              <a:ext cx="12181516" cy="186558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>
                  <a:latin typeface="Bookman Old Style"/>
                </a:rPr>
                <a:t>Универзитет у Новом Саду</a:t>
              </a:r>
            </a:p>
            <a:p>
              <a:pPr algn="ctr"/>
              <a:r>
                <a:rPr lang="en-US" sz="3200">
                  <a:latin typeface="Bookman Old Style"/>
                </a:rPr>
                <a:t>Факултет техничких наука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2E748E7-8678-354C-EF70-203B1BAF5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120812" y="238606"/>
              <a:ext cx="1405528" cy="1393152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EF5FFF8-84FA-DD14-9390-85D34CB48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87457" y="109682"/>
              <a:ext cx="1515630" cy="1643304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87B3479-B4E6-610D-7D06-4AF2DF55773E}"/>
              </a:ext>
            </a:extLst>
          </p:cNvPr>
          <p:cNvSpPr txBox="1"/>
          <p:nvPr/>
        </p:nvSpPr>
        <p:spPr>
          <a:xfrm>
            <a:off x="8284" y="3429000"/>
            <a:ext cx="1218371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err="1">
                <a:solidFill>
                  <a:srgbClr val="000000"/>
                </a:solidFill>
                <a:latin typeface="Bookman Old Style"/>
                <a:cs typeface="Segoe UI"/>
              </a:rPr>
              <a:t>Хвала</a:t>
            </a:r>
            <a:r>
              <a:rPr lang="en-US" sz="5400">
                <a:solidFill>
                  <a:srgbClr val="000000"/>
                </a:solidFill>
                <a:latin typeface="Bookman Old Style"/>
                <a:cs typeface="Segoe UI"/>
              </a:rPr>
              <a:t> </a:t>
            </a:r>
            <a:r>
              <a:rPr lang="en-US" sz="5400" err="1">
                <a:solidFill>
                  <a:srgbClr val="000000"/>
                </a:solidFill>
                <a:latin typeface="Bookman Old Style"/>
                <a:cs typeface="Segoe UI"/>
              </a:rPr>
              <a:t>на</a:t>
            </a:r>
            <a:r>
              <a:rPr lang="en-US" sz="5400">
                <a:solidFill>
                  <a:srgbClr val="000000"/>
                </a:solidFill>
                <a:latin typeface="Bookman Old Style"/>
                <a:cs typeface="Segoe UI"/>
              </a:rPr>
              <a:t> </a:t>
            </a:r>
            <a:r>
              <a:rPr lang="en-US" sz="5400" err="1">
                <a:solidFill>
                  <a:srgbClr val="000000"/>
                </a:solidFill>
                <a:latin typeface="Bookman Old Style"/>
                <a:cs typeface="Segoe UI"/>
              </a:rPr>
              <a:t>пажњи</a:t>
            </a:r>
            <a:r>
              <a:rPr lang="en-US" sz="5400">
                <a:solidFill>
                  <a:srgbClr val="000000"/>
                </a:solidFill>
                <a:latin typeface="Bookman Old Style"/>
                <a:cs typeface="Segoe UI"/>
              </a:rPr>
              <a:t>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701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DSL и LSP за генерисање тест података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2026-09-04T13:54:14Z</dcterms:created>
  <dcterms:modified xsi:type="dcterms:W3CDTF">2026-09-04T15:33:17Z</dcterms:modified>
</cp:coreProperties>
</file>